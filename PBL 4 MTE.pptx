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68" r:id="rId4"/>
    <p:sldId id="273" r:id="rId5"/>
    <p:sldId id="274" r:id="rId6"/>
    <p:sldId id="277" r:id="rId7"/>
    <p:sldId id="275" r:id="rId8"/>
    <p:sldId id="278" r:id="rId9"/>
    <p:sldId id="279" r:id="rId10"/>
    <p:sldId id="280" r:id="rId11"/>
    <p:sldId id="282" r:id="rId12"/>
    <p:sldId id="283" r:id="rId13"/>
    <p:sldId id="287" r:id="rId14"/>
    <p:sldId id="284" r:id="rId15"/>
    <p:sldId id="281" r:id="rId16"/>
    <p:sldId id="267" r:id="rId17"/>
    <p:sldId id="286" r:id="rId18"/>
    <p:sldId id="28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10D5107-FF7D-4A9A-A269-5752CAB02A08}" v="2" dt="2026-02-14T17:05:31.3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4" d="100"/>
          <a:sy n="84" d="100"/>
        </p:scale>
        <p:origin x="629"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etikesh Choudhury" userId="f729d2a7a96f5950" providerId="LiveId" clId="{A454291D-754E-4778-B425-46A947DBA4F9}"/>
    <pc:docChg chg="undo custSel addSld modSld sldOrd">
      <pc:chgData name="Reetikesh Choudhury" userId="f729d2a7a96f5950" providerId="LiveId" clId="{A454291D-754E-4778-B425-46A947DBA4F9}" dt="2026-02-14T17:08:19.149" v="76"/>
      <pc:docMkLst>
        <pc:docMk/>
      </pc:docMkLst>
      <pc:sldChg chg="modSp mod">
        <pc:chgData name="Reetikesh Choudhury" userId="f729d2a7a96f5950" providerId="LiveId" clId="{A454291D-754E-4778-B425-46A947DBA4F9}" dt="2026-02-14T16:51:21.692" v="9" actId="20577"/>
        <pc:sldMkLst>
          <pc:docMk/>
          <pc:sldMk cId="380237416" sldId="256"/>
        </pc:sldMkLst>
        <pc:spChg chg="mod">
          <ac:chgData name="Reetikesh Choudhury" userId="f729d2a7a96f5950" providerId="LiveId" clId="{A454291D-754E-4778-B425-46A947DBA4F9}" dt="2026-02-14T16:51:21.692" v="9" actId="20577"/>
          <ac:spMkLst>
            <pc:docMk/>
            <pc:sldMk cId="380237416" sldId="256"/>
            <ac:spMk id="4" creationId="{8265C3A1-7DE8-FF2B-D7D7-6CB2859C63C2}"/>
          </ac:spMkLst>
        </pc:spChg>
      </pc:sldChg>
      <pc:sldChg chg="addSp delSp modSp mod">
        <pc:chgData name="Reetikesh Choudhury" userId="f729d2a7a96f5950" providerId="LiveId" clId="{A454291D-754E-4778-B425-46A947DBA4F9}" dt="2026-02-14T16:56:20.532" v="16" actId="26606"/>
        <pc:sldMkLst>
          <pc:docMk/>
          <pc:sldMk cId="3382786310" sldId="279"/>
        </pc:sldMkLst>
        <pc:spChg chg="mod">
          <ac:chgData name="Reetikesh Choudhury" userId="f729d2a7a96f5950" providerId="LiveId" clId="{A454291D-754E-4778-B425-46A947DBA4F9}" dt="2026-02-14T16:56:20.532" v="16" actId="26606"/>
          <ac:spMkLst>
            <pc:docMk/>
            <pc:sldMk cId="3382786310" sldId="279"/>
            <ac:spMk id="2" creationId="{EAC2C796-D371-7EE6-056A-4956DC25840D}"/>
          </ac:spMkLst>
        </pc:spChg>
        <pc:spChg chg="add del mod">
          <ac:chgData name="Reetikesh Choudhury" userId="f729d2a7a96f5950" providerId="LiveId" clId="{A454291D-754E-4778-B425-46A947DBA4F9}" dt="2026-02-14T16:55:46.976" v="11" actId="931"/>
          <ac:spMkLst>
            <pc:docMk/>
            <pc:sldMk cId="3382786310" sldId="279"/>
            <ac:spMk id="4" creationId="{CBF3DD37-658A-4983-204D-DAF2CA0969AD}"/>
          </ac:spMkLst>
        </pc:spChg>
        <pc:spChg chg="add del">
          <ac:chgData name="Reetikesh Choudhury" userId="f729d2a7a96f5950" providerId="LiveId" clId="{A454291D-754E-4778-B425-46A947DBA4F9}" dt="2026-02-14T16:56:20.532" v="16" actId="26606"/>
          <ac:spMkLst>
            <pc:docMk/>
            <pc:sldMk cId="3382786310" sldId="279"/>
            <ac:spMk id="40" creationId="{A8384FB5-9ADC-4DDC-881B-597D56F5B15D}"/>
          </ac:spMkLst>
        </pc:spChg>
        <pc:spChg chg="add del">
          <ac:chgData name="Reetikesh Choudhury" userId="f729d2a7a96f5950" providerId="LiveId" clId="{A454291D-754E-4778-B425-46A947DBA4F9}" dt="2026-02-14T16:56:20.532" v="16" actId="26606"/>
          <ac:spMkLst>
            <pc:docMk/>
            <pc:sldMk cId="3382786310" sldId="279"/>
            <ac:spMk id="42" creationId="{91E5A9A7-95C6-4F4F-B00E-C82E07FE62EF}"/>
          </ac:spMkLst>
        </pc:spChg>
        <pc:spChg chg="add del">
          <ac:chgData name="Reetikesh Choudhury" userId="f729d2a7a96f5950" providerId="LiveId" clId="{A454291D-754E-4778-B425-46A947DBA4F9}" dt="2026-02-14T16:56:20.532" v="16" actId="26606"/>
          <ac:spMkLst>
            <pc:docMk/>
            <pc:sldMk cId="3382786310" sldId="279"/>
            <ac:spMk id="44" creationId="{D07DD2DE-F619-49DD-B5E7-03A290FF4ED1}"/>
          </ac:spMkLst>
        </pc:spChg>
        <pc:spChg chg="add del">
          <ac:chgData name="Reetikesh Choudhury" userId="f729d2a7a96f5950" providerId="LiveId" clId="{A454291D-754E-4778-B425-46A947DBA4F9}" dt="2026-02-14T16:56:20.532" v="16" actId="26606"/>
          <ac:spMkLst>
            <pc:docMk/>
            <pc:sldMk cId="3382786310" sldId="279"/>
            <ac:spMk id="46" creationId="{85149191-5F60-4A28-AAFF-039F96B0F3EC}"/>
          </ac:spMkLst>
        </pc:spChg>
        <pc:spChg chg="add del">
          <ac:chgData name="Reetikesh Choudhury" userId="f729d2a7a96f5950" providerId="LiveId" clId="{A454291D-754E-4778-B425-46A947DBA4F9}" dt="2026-02-14T16:56:20.532" v="16" actId="26606"/>
          <ac:spMkLst>
            <pc:docMk/>
            <pc:sldMk cId="3382786310" sldId="279"/>
            <ac:spMk id="48" creationId="{F8260ED5-17F7-4158-B241-D51DD4CF1B7E}"/>
          </ac:spMkLst>
        </pc:spChg>
        <pc:spChg chg="add del">
          <ac:chgData name="Reetikesh Choudhury" userId="f729d2a7a96f5950" providerId="LiveId" clId="{A454291D-754E-4778-B425-46A947DBA4F9}" dt="2026-02-14T16:56:20.532" v="16" actId="26606"/>
          <ac:spMkLst>
            <pc:docMk/>
            <pc:sldMk cId="3382786310" sldId="279"/>
            <ac:spMk id="53" creationId="{D12DDE76-C203-4047-9998-63900085B5E8}"/>
          </ac:spMkLst>
        </pc:spChg>
        <pc:picChg chg="add mod ord">
          <ac:chgData name="Reetikesh Choudhury" userId="f729d2a7a96f5950" providerId="LiveId" clId="{A454291D-754E-4778-B425-46A947DBA4F9}" dt="2026-02-14T16:56:20.532" v="16" actId="26606"/>
          <ac:picMkLst>
            <pc:docMk/>
            <pc:sldMk cId="3382786310" sldId="279"/>
            <ac:picMk id="6" creationId="{544767CA-C380-5A35-4AF9-83C878CD1301}"/>
          </ac:picMkLst>
        </pc:picChg>
        <pc:picChg chg="del">
          <ac:chgData name="Reetikesh Choudhury" userId="f729d2a7a96f5950" providerId="LiveId" clId="{A454291D-754E-4778-B425-46A947DBA4F9}" dt="2026-02-14T16:55:25.510" v="10" actId="478"/>
          <ac:picMkLst>
            <pc:docMk/>
            <pc:sldMk cId="3382786310" sldId="279"/>
            <ac:picMk id="9" creationId="{593974C1-79AC-0320-37E3-9AA75929F8A3}"/>
          </ac:picMkLst>
        </pc:picChg>
      </pc:sldChg>
      <pc:sldChg chg="addSp delSp modSp mod">
        <pc:chgData name="Reetikesh Choudhury" userId="f729d2a7a96f5950" providerId="LiveId" clId="{A454291D-754E-4778-B425-46A947DBA4F9}" dt="2026-02-14T16:59:26.367" v="28" actId="1076"/>
        <pc:sldMkLst>
          <pc:docMk/>
          <pc:sldMk cId="585873097" sldId="281"/>
        </pc:sldMkLst>
        <pc:spChg chg="add del mod">
          <ac:chgData name="Reetikesh Choudhury" userId="f729d2a7a96f5950" providerId="LiveId" clId="{A454291D-754E-4778-B425-46A947DBA4F9}" dt="2026-02-14T16:59:14.712" v="24" actId="931"/>
          <ac:spMkLst>
            <pc:docMk/>
            <pc:sldMk cId="585873097" sldId="281"/>
            <ac:spMk id="5" creationId="{5815162C-9C09-152A-9D6D-AF3042BD0356}"/>
          </ac:spMkLst>
        </pc:spChg>
        <pc:picChg chg="del">
          <ac:chgData name="Reetikesh Choudhury" userId="f729d2a7a96f5950" providerId="LiveId" clId="{A454291D-754E-4778-B425-46A947DBA4F9}" dt="2026-02-14T16:58:45.215" v="23" actId="478"/>
          <ac:picMkLst>
            <pc:docMk/>
            <pc:sldMk cId="585873097" sldId="281"/>
            <ac:picMk id="4" creationId="{6B33E86F-39DD-8BAC-A8EC-7868EE6B1FD2}"/>
          </ac:picMkLst>
        </pc:picChg>
        <pc:picChg chg="add mod ord">
          <ac:chgData name="Reetikesh Choudhury" userId="f729d2a7a96f5950" providerId="LiveId" clId="{A454291D-754E-4778-B425-46A947DBA4F9}" dt="2026-02-14T16:59:26.367" v="28" actId="1076"/>
          <ac:picMkLst>
            <pc:docMk/>
            <pc:sldMk cId="585873097" sldId="281"/>
            <ac:picMk id="7" creationId="{2FF73D6F-983D-9596-C416-4D9961F59D1B}"/>
          </ac:picMkLst>
        </pc:picChg>
      </pc:sldChg>
      <pc:sldChg chg="addSp delSp modSp mod">
        <pc:chgData name="Reetikesh Choudhury" userId="f729d2a7a96f5950" providerId="LiveId" clId="{A454291D-754E-4778-B425-46A947DBA4F9}" dt="2026-02-14T16:58:37.155" v="22" actId="1076"/>
        <pc:sldMkLst>
          <pc:docMk/>
          <pc:sldMk cId="3274891614" sldId="282"/>
        </pc:sldMkLst>
        <pc:spChg chg="add del mod">
          <ac:chgData name="Reetikesh Choudhury" userId="f729d2a7a96f5950" providerId="LiveId" clId="{A454291D-754E-4778-B425-46A947DBA4F9}" dt="2026-02-14T16:58:25.272" v="18" actId="931"/>
          <ac:spMkLst>
            <pc:docMk/>
            <pc:sldMk cId="3274891614" sldId="282"/>
            <ac:spMk id="4" creationId="{D6C2684B-2DE7-A356-AABD-16E0844193C2}"/>
          </ac:spMkLst>
        </pc:spChg>
        <pc:picChg chg="add mod ord">
          <ac:chgData name="Reetikesh Choudhury" userId="f729d2a7a96f5950" providerId="LiveId" clId="{A454291D-754E-4778-B425-46A947DBA4F9}" dt="2026-02-14T16:58:37.155" v="22" actId="1076"/>
          <ac:picMkLst>
            <pc:docMk/>
            <pc:sldMk cId="3274891614" sldId="282"/>
            <ac:picMk id="6" creationId="{54378AF3-7125-0F79-695D-7D7B8FFC090E}"/>
          </ac:picMkLst>
        </pc:picChg>
        <pc:picChg chg="del">
          <ac:chgData name="Reetikesh Choudhury" userId="f729d2a7a96f5950" providerId="LiveId" clId="{A454291D-754E-4778-B425-46A947DBA4F9}" dt="2026-02-14T16:57:58.634" v="17" actId="478"/>
          <ac:picMkLst>
            <pc:docMk/>
            <pc:sldMk cId="3274891614" sldId="282"/>
            <ac:picMk id="9" creationId="{E0DC49DE-AA19-067A-90F1-C74BAC96E271}"/>
          </ac:picMkLst>
        </pc:picChg>
      </pc:sldChg>
      <pc:sldChg chg="addSp delSp modSp mod ord">
        <pc:chgData name="Reetikesh Choudhury" userId="f729d2a7a96f5950" providerId="LiveId" clId="{A454291D-754E-4778-B425-46A947DBA4F9}" dt="2026-02-14T17:02:13.951" v="56"/>
        <pc:sldMkLst>
          <pc:docMk/>
          <pc:sldMk cId="3941847654" sldId="283"/>
        </pc:sldMkLst>
        <pc:spChg chg="add del mod">
          <ac:chgData name="Reetikesh Choudhury" userId="f729d2a7a96f5950" providerId="LiveId" clId="{A454291D-754E-4778-B425-46A947DBA4F9}" dt="2026-02-14T17:00:31.542" v="36" actId="931"/>
          <ac:spMkLst>
            <pc:docMk/>
            <pc:sldMk cId="3941847654" sldId="283"/>
            <ac:spMk id="4" creationId="{D32DF887-BDAC-2D8C-A2E0-C95338CF34EF}"/>
          </ac:spMkLst>
        </pc:spChg>
        <pc:picChg chg="del">
          <ac:chgData name="Reetikesh Choudhury" userId="f729d2a7a96f5950" providerId="LiveId" clId="{A454291D-754E-4778-B425-46A947DBA4F9}" dt="2026-02-14T17:00:08.795" v="35" actId="478"/>
          <ac:picMkLst>
            <pc:docMk/>
            <pc:sldMk cId="3941847654" sldId="283"/>
            <ac:picMk id="6" creationId="{6C8D92E7-E6E4-8C35-9629-90B516FB59C8}"/>
          </ac:picMkLst>
        </pc:picChg>
        <pc:picChg chg="add mod ord">
          <ac:chgData name="Reetikesh Choudhury" userId="f729d2a7a96f5950" providerId="LiveId" clId="{A454291D-754E-4778-B425-46A947DBA4F9}" dt="2026-02-14T17:01:19.250" v="45" actId="1076"/>
          <ac:picMkLst>
            <pc:docMk/>
            <pc:sldMk cId="3941847654" sldId="283"/>
            <ac:picMk id="7" creationId="{ADE19ED3-5832-F629-F1CF-088C3F38E7AC}"/>
          </ac:picMkLst>
        </pc:picChg>
        <pc:picChg chg="add mod">
          <ac:chgData name="Reetikesh Choudhury" userId="f729d2a7a96f5950" providerId="LiveId" clId="{A454291D-754E-4778-B425-46A947DBA4F9}" dt="2026-02-14T17:01:32.129" v="48" actId="1076"/>
          <ac:picMkLst>
            <pc:docMk/>
            <pc:sldMk cId="3941847654" sldId="283"/>
            <ac:picMk id="9" creationId="{8DAEFB41-81F5-5620-5A45-C58E02CCA52D}"/>
          </ac:picMkLst>
        </pc:picChg>
      </pc:sldChg>
      <pc:sldChg chg="addSp delSp modSp mod ord">
        <pc:chgData name="Reetikesh Choudhury" userId="f729d2a7a96f5950" providerId="LiveId" clId="{A454291D-754E-4778-B425-46A947DBA4F9}" dt="2026-02-14T17:02:18.240" v="58"/>
        <pc:sldMkLst>
          <pc:docMk/>
          <pc:sldMk cId="1664434660" sldId="284"/>
        </pc:sldMkLst>
        <pc:spChg chg="add del mod">
          <ac:chgData name="Reetikesh Choudhury" userId="f729d2a7a96f5950" providerId="LiveId" clId="{A454291D-754E-4778-B425-46A947DBA4F9}" dt="2026-02-14T16:59:51.303" v="30" actId="931"/>
          <ac:spMkLst>
            <pc:docMk/>
            <pc:sldMk cId="1664434660" sldId="284"/>
            <ac:spMk id="4" creationId="{B0A2661F-934A-EA24-C2D3-EC59C5B9AAEB}"/>
          </ac:spMkLst>
        </pc:spChg>
        <pc:picChg chg="add mod ord">
          <ac:chgData name="Reetikesh Choudhury" userId="f729d2a7a96f5950" providerId="LiveId" clId="{A454291D-754E-4778-B425-46A947DBA4F9}" dt="2026-02-14T17:00:04.823" v="34" actId="1076"/>
          <ac:picMkLst>
            <pc:docMk/>
            <pc:sldMk cId="1664434660" sldId="284"/>
            <ac:picMk id="6" creationId="{CA8DCFC2-0D12-8B23-B992-F9772110B47F}"/>
          </ac:picMkLst>
        </pc:picChg>
        <pc:picChg chg="del">
          <ac:chgData name="Reetikesh Choudhury" userId="f729d2a7a96f5950" providerId="LiveId" clId="{A454291D-754E-4778-B425-46A947DBA4F9}" dt="2026-02-14T16:59:33.798" v="29" actId="478"/>
          <ac:picMkLst>
            <pc:docMk/>
            <pc:sldMk cId="1664434660" sldId="284"/>
            <ac:picMk id="9" creationId="{504B135A-CEC0-5191-7688-8B2EAE0A25AA}"/>
          </ac:picMkLst>
        </pc:picChg>
      </pc:sldChg>
      <pc:sldChg chg="modSp mod">
        <pc:chgData name="Reetikesh Choudhury" userId="f729d2a7a96f5950" providerId="LiveId" clId="{A454291D-754E-4778-B425-46A947DBA4F9}" dt="2026-02-14T17:06:36.652" v="74" actId="403"/>
        <pc:sldMkLst>
          <pc:docMk/>
          <pc:sldMk cId="1105344125" sldId="286"/>
        </pc:sldMkLst>
        <pc:spChg chg="mod">
          <ac:chgData name="Reetikesh Choudhury" userId="f729d2a7a96f5950" providerId="LiveId" clId="{A454291D-754E-4778-B425-46A947DBA4F9}" dt="2026-02-14T17:06:36.652" v="74" actId="403"/>
          <ac:spMkLst>
            <pc:docMk/>
            <pc:sldMk cId="1105344125" sldId="286"/>
            <ac:spMk id="3" creationId="{60A6E73F-6A63-FF27-1BD1-174D7F44CD3C}"/>
          </ac:spMkLst>
        </pc:spChg>
      </pc:sldChg>
      <pc:sldChg chg="addSp delSp modSp add mod ord setBg delDesignElem">
        <pc:chgData name="Reetikesh Choudhury" userId="f729d2a7a96f5950" providerId="LiveId" clId="{A454291D-754E-4778-B425-46A947DBA4F9}" dt="2026-02-14T17:08:19.149" v="76"/>
        <pc:sldMkLst>
          <pc:docMk/>
          <pc:sldMk cId="2046526118" sldId="287"/>
        </pc:sldMkLst>
        <pc:spChg chg="mod">
          <ac:chgData name="Reetikesh Choudhury" userId="f729d2a7a96f5950" providerId="LiveId" clId="{A454291D-754E-4778-B425-46A947DBA4F9}" dt="2026-02-14T17:01:52.106" v="53" actId="26606"/>
          <ac:spMkLst>
            <pc:docMk/>
            <pc:sldMk cId="2046526118" sldId="287"/>
            <ac:spMk id="2" creationId="{D038A005-86EA-8D06-12EE-B3F92D40BEC4}"/>
          </ac:spMkLst>
        </pc:spChg>
        <pc:spChg chg="add del mod">
          <ac:chgData name="Reetikesh Choudhury" userId="f729d2a7a96f5950" providerId="LiveId" clId="{A454291D-754E-4778-B425-46A947DBA4F9}" dt="2026-02-14T17:02:01.698" v="54" actId="931"/>
          <ac:spMkLst>
            <pc:docMk/>
            <pc:sldMk cId="2046526118" sldId="287"/>
            <ac:spMk id="4" creationId="{D7B99A28-A4CF-4271-12E7-A43C2CABD35A}"/>
          </ac:spMkLst>
        </pc:spChg>
        <pc:spChg chg="add">
          <ac:chgData name="Reetikesh Choudhury" userId="f729d2a7a96f5950" providerId="LiveId" clId="{A454291D-754E-4778-B425-46A947DBA4F9}" dt="2026-02-14T17:01:52.106" v="53" actId="26606"/>
          <ac:spMkLst>
            <pc:docMk/>
            <pc:sldMk cId="2046526118" sldId="287"/>
            <ac:spMk id="6" creationId="{09588DA8-065E-4F6F-8EFD-43104AB2E0CF}"/>
          </ac:spMkLst>
        </pc:spChg>
        <pc:spChg chg="add">
          <ac:chgData name="Reetikesh Choudhury" userId="f729d2a7a96f5950" providerId="LiveId" clId="{A454291D-754E-4778-B425-46A947DBA4F9}" dt="2026-02-14T17:01:52.106" v="53" actId="26606"/>
          <ac:spMkLst>
            <pc:docMk/>
            <pc:sldMk cId="2046526118" sldId="287"/>
            <ac:spMk id="11" creationId="{C4285719-470E-454C-AF62-8323075F1F5B}"/>
          </ac:spMkLst>
        </pc:spChg>
        <pc:spChg chg="add">
          <ac:chgData name="Reetikesh Choudhury" userId="f729d2a7a96f5950" providerId="LiveId" clId="{A454291D-754E-4778-B425-46A947DBA4F9}" dt="2026-02-14T17:01:52.106" v="53" actId="26606"/>
          <ac:spMkLst>
            <pc:docMk/>
            <pc:sldMk cId="2046526118" sldId="287"/>
            <ac:spMk id="13" creationId="{CD9FE4EF-C4D8-49A0-B2FF-81D8DB7D8A24}"/>
          </ac:spMkLst>
        </pc:spChg>
        <pc:spChg chg="add">
          <ac:chgData name="Reetikesh Choudhury" userId="f729d2a7a96f5950" providerId="LiveId" clId="{A454291D-754E-4778-B425-46A947DBA4F9}" dt="2026-02-14T17:01:52.106" v="53" actId="26606"/>
          <ac:spMkLst>
            <pc:docMk/>
            <pc:sldMk cId="2046526118" sldId="287"/>
            <ac:spMk id="15" creationId="{4300840D-0A0B-4512-BACA-B439D5B9C57C}"/>
          </ac:spMkLst>
        </pc:spChg>
        <pc:spChg chg="add">
          <ac:chgData name="Reetikesh Choudhury" userId="f729d2a7a96f5950" providerId="LiveId" clId="{A454291D-754E-4778-B425-46A947DBA4F9}" dt="2026-02-14T17:01:52.106" v="53" actId="26606"/>
          <ac:spMkLst>
            <pc:docMk/>
            <pc:sldMk cId="2046526118" sldId="287"/>
            <ac:spMk id="17" creationId="{D2B78728-A580-49A7-84F9-6EF6F583ADE0}"/>
          </ac:spMkLst>
        </pc:spChg>
        <pc:spChg chg="add">
          <ac:chgData name="Reetikesh Choudhury" userId="f729d2a7a96f5950" providerId="LiveId" clId="{A454291D-754E-4778-B425-46A947DBA4F9}" dt="2026-02-14T17:01:52.106" v="53" actId="26606"/>
          <ac:spMkLst>
            <pc:docMk/>
            <pc:sldMk cId="2046526118" sldId="287"/>
            <ac:spMk id="19" creationId="{38FAA1A1-D861-433F-88FA-1E9D6FD31D11}"/>
          </ac:spMkLst>
        </pc:spChg>
        <pc:spChg chg="add">
          <ac:chgData name="Reetikesh Choudhury" userId="f729d2a7a96f5950" providerId="LiveId" clId="{A454291D-754E-4778-B425-46A947DBA4F9}" dt="2026-02-14T17:01:52.106" v="53" actId="26606"/>
          <ac:spMkLst>
            <pc:docMk/>
            <pc:sldMk cId="2046526118" sldId="287"/>
            <ac:spMk id="21" creationId="{8D71EDA1-87BF-4D5D-AB79-F346FD19278A}"/>
          </ac:spMkLst>
        </pc:spChg>
        <pc:spChg chg="del">
          <ac:chgData name="Reetikesh Choudhury" userId="f729d2a7a96f5950" providerId="LiveId" clId="{A454291D-754E-4778-B425-46A947DBA4F9}" dt="2026-02-14T17:01:37.952" v="50"/>
          <ac:spMkLst>
            <pc:docMk/>
            <pc:sldMk cId="2046526118" sldId="287"/>
            <ac:spMk id="38" creationId="{4B202BB6-27DB-FFB1-BA6E-3BBA4ED04FA6}"/>
          </ac:spMkLst>
        </pc:spChg>
        <pc:spChg chg="del">
          <ac:chgData name="Reetikesh Choudhury" userId="f729d2a7a96f5950" providerId="LiveId" clId="{A454291D-754E-4778-B425-46A947DBA4F9}" dt="2026-02-14T17:01:37.952" v="50"/>
          <ac:spMkLst>
            <pc:docMk/>
            <pc:sldMk cId="2046526118" sldId="287"/>
            <ac:spMk id="40" creationId="{2AE354D5-52B5-7FDC-80E3-996AA3297745}"/>
          </ac:spMkLst>
        </pc:spChg>
        <pc:spChg chg="del">
          <ac:chgData name="Reetikesh Choudhury" userId="f729d2a7a96f5950" providerId="LiveId" clId="{A454291D-754E-4778-B425-46A947DBA4F9}" dt="2026-02-14T17:01:37.952" v="50"/>
          <ac:spMkLst>
            <pc:docMk/>
            <pc:sldMk cId="2046526118" sldId="287"/>
            <ac:spMk id="42" creationId="{735E5C31-909F-C181-9F7D-6A1385471337}"/>
          </ac:spMkLst>
        </pc:spChg>
        <pc:spChg chg="del">
          <ac:chgData name="Reetikesh Choudhury" userId="f729d2a7a96f5950" providerId="LiveId" clId="{A454291D-754E-4778-B425-46A947DBA4F9}" dt="2026-02-14T17:01:37.952" v="50"/>
          <ac:spMkLst>
            <pc:docMk/>
            <pc:sldMk cId="2046526118" sldId="287"/>
            <ac:spMk id="44" creationId="{E2A28D39-9F06-6B5B-8685-A49DF28978FE}"/>
          </ac:spMkLst>
        </pc:spChg>
        <pc:spChg chg="del">
          <ac:chgData name="Reetikesh Choudhury" userId="f729d2a7a96f5950" providerId="LiveId" clId="{A454291D-754E-4778-B425-46A947DBA4F9}" dt="2026-02-14T17:01:37.952" v="50"/>
          <ac:spMkLst>
            <pc:docMk/>
            <pc:sldMk cId="2046526118" sldId="287"/>
            <ac:spMk id="46" creationId="{3A67A815-B5AC-0B2D-826A-732CB9A2B23C}"/>
          </ac:spMkLst>
        </pc:spChg>
        <pc:picChg chg="del">
          <ac:chgData name="Reetikesh Choudhury" userId="f729d2a7a96f5950" providerId="LiveId" clId="{A454291D-754E-4778-B425-46A947DBA4F9}" dt="2026-02-14T17:01:44.287" v="51" actId="478"/>
          <ac:picMkLst>
            <pc:docMk/>
            <pc:sldMk cId="2046526118" sldId="287"/>
            <ac:picMk id="7" creationId="{6EB82C9C-2A02-BAF6-8FBF-04FAA5AD1CD7}"/>
          </ac:picMkLst>
        </pc:picChg>
        <pc:picChg chg="add mod ord">
          <ac:chgData name="Reetikesh Choudhury" userId="f729d2a7a96f5950" providerId="LiveId" clId="{A454291D-754E-4778-B425-46A947DBA4F9}" dt="2026-02-14T17:02:01.698" v="54" actId="931"/>
          <ac:picMkLst>
            <pc:docMk/>
            <pc:sldMk cId="2046526118" sldId="287"/>
            <ac:picMk id="8" creationId="{E38B0559-FF23-E9DD-BFA2-CF70B7A81BB1}"/>
          </ac:picMkLst>
        </pc:picChg>
        <pc:picChg chg="del">
          <ac:chgData name="Reetikesh Choudhury" userId="f729d2a7a96f5950" providerId="LiveId" clId="{A454291D-754E-4778-B425-46A947DBA4F9}" dt="2026-02-14T17:01:48.414" v="52" actId="478"/>
          <ac:picMkLst>
            <pc:docMk/>
            <pc:sldMk cId="2046526118" sldId="287"/>
            <ac:picMk id="9" creationId="{2B60FB19-3ACD-7C75-DC1A-29170232978F}"/>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7369E-1D01-4E18-A41B-972E5282A5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D7ACB01-ADDD-13C8-7D78-4FD47D1E31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7C7438D-EA18-361E-D59E-1533772630BF}"/>
              </a:ext>
            </a:extLst>
          </p:cNvPr>
          <p:cNvSpPr>
            <a:spLocks noGrp="1"/>
          </p:cNvSpPr>
          <p:nvPr>
            <p:ph type="dt" sz="half" idx="10"/>
          </p:nvPr>
        </p:nvSpPr>
        <p:spPr/>
        <p:txBody>
          <a:bodyPr/>
          <a:lstStyle/>
          <a:p>
            <a:fld id="{A7FACB4A-C46D-47C8-95BF-463F9F428625}" type="datetimeFigureOut">
              <a:rPr lang="en-IN" smtClean="0"/>
              <a:t>14-02-2026</a:t>
            </a:fld>
            <a:endParaRPr lang="en-IN"/>
          </a:p>
        </p:txBody>
      </p:sp>
      <p:sp>
        <p:nvSpPr>
          <p:cNvPr id="5" name="Footer Placeholder 4">
            <a:extLst>
              <a:ext uri="{FF2B5EF4-FFF2-40B4-BE49-F238E27FC236}">
                <a16:creationId xmlns:a16="http://schemas.microsoft.com/office/drawing/2014/main" id="{250E2FD9-74C2-C9B0-1BDC-57B92DCB66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E74D17-63FA-E32E-A58E-46645943559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050081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BA9A7-DC78-3CB3-7F00-929E421E9B4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28F4783-8B8F-B836-F68D-81BDF16A16E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FE82BE-60AE-D797-7868-81B8EF463DFF}"/>
              </a:ext>
            </a:extLst>
          </p:cNvPr>
          <p:cNvSpPr>
            <a:spLocks noGrp="1"/>
          </p:cNvSpPr>
          <p:nvPr>
            <p:ph type="dt" sz="half" idx="10"/>
          </p:nvPr>
        </p:nvSpPr>
        <p:spPr/>
        <p:txBody>
          <a:bodyPr/>
          <a:lstStyle/>
          <a:p>
            <a:fld id="{A7FACB4A-C46D-47C8-95BF-463F9F428625}" type="datetimeFigureOut">
              <a:rPr lang="en-IN" smtClean="0"/>
              <a:t>14-02-2026</a:t>
            </a:fld>
            <a:endParaRPr lang="en-IN"/>
          </a:p>
        </p:txBody>
      </p:sp>
      <p:sp>
        <p:nvSpPr>
          <p:cNvPr id="5" name="Footer Placeholder 4">
            <a:extLst>
              <a:ext uri="{FF2B5EF4-FFF2-40B4-BE49-F238E27FC236}">
                <a16:creationId xmlns:a16="http://schemas.microsoft.com/office/drawing/2014/main" id="{6DD90722-9270-7EDB-981C-B923AA08C7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9E6731-DBE6-4F74-E2CF-7659DBC87CF8}"/>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2709242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B8AFF-E64A-AF8D-BBC2-E5AB945B44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9ACB9A4-3B4F-7FE6-9B28-F5EF72B2577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4CA73C0-5E6E-B28A-6C22-06D9AC4726BF}"/>
              </a:ext>
            </a:extLst>
          </p:cNvPr>
          <p:cNvSpPr>
            <a:spLocks noGrp="1"/>
          </p:cNvSpPr>
          <p:nvPr>
            <p:ph type="dt" sz="half" idx="10"/>
          </p:nvPr>
        </p:nvSpPr>
        <p:spPr/>
        <p:txBody>
          <a:bodyPr/>
          <a:lstStyle/>
          <a:p>
            <a:fld id="{A7FACB4A-C46D-47C8-95BF-463F9F428625}" type="datetimeFigureOut">
              <a:rPr lang="en-IN" smtClean="0"/>
              <a:t>14-02-2026</a:t>
            </a:fld>
            <a:endParaRPr lang="en-IN"/>
          </a:p>
        </p:txBody>
      </p:sp>
      <p:sp>
        <p:nvSpPr>
          <p:cNvPr id="5" name="Footer Placeholder 4">
            <a:extLst>
              <a:ext uri="{FF2B5EF4-FFF2-40B4-BE49-F238E27FC236}">
                <a16:creationId xmlns:a16="http://schemas.microsoft.com/office/drawing/2014/main" id="{4C49FA3B-4073-0F86-8AC8-81E0E4C3EB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F5269F-612E-B784-B48A-95AA0791073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261024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D166B-106E-C76B-9CE8-1B9A4AE5C71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843AF0E-E8F2-1B19-B65C-0E1CC0813A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6CFFB13-732B-DEF8-DBEC-5F73E2395FD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A273C03-C9D7-F051-B57E-8DA06873D419}"/>
              </a:ext>
            </a:extLst>
          </p:cNvPr>
          <p:cNvSpPr>
            <a:spLocks noGrp="1"/>
          </p:cNvSpPr>
          <p:nvPr>
            <p:ph type="dt" sz="half" idx="10"/>
          </p:nvPr>
        </p:nvSpPr>
        <p:spPr/>
        <p:txBody>
          <a:bodyPr/>
          <a:lstStyle/>
          <a:p>
            <a:fld id="{A7FACB4A-C46D-47C8-95BF-463F9F428625}" type="datetimeFigureOut">
              <a:rPr lang="en-IN" smtClean="0"/>
              <a:t>14-02-2026</a:t>
            </a:fld>
            <a:endParaRPr lang="en-IN"/>
          </a:p>
        </p:txBody>
      </p:sp>
      <p:sp>
        <p:nvSpPr>
          <p:cNvPr id="6" name="Footer Placeholder 5">
            <a:extLst>
              <a:ext uri="{FF2B5EF4-FFF2-40B4-BE49-F238E27FC236}">
                <a16:creationId xmlns:a16="http://schemas.microsoft.com/office/drawing/2014/main" id="{F25D1B14-3A56-41BB-4E4A-4735998ADAD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4854A9C-028F-0B55-463A-1087581A98A1}"/>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8579032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166EC-9430-6B3D-E0CE-0A71B38A96B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1E26AD1-F80A-C09B-B640-E65D99E68F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C293B4-0027-A04C-BA3E-441C93A1D8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A4E42C3-BCA9-FB95-D8DC-7F3044ADD3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C8EFB4-7BB2-F8E3-21FC-7E4A10DFDE9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7B1C773-744A-FCD3-C078-3DC992C321D2}"/>
              </a:ext>
            </a:extLst>
          </p:cNvPr>
          <p:cNvSpPr>
            <a:spLocks noGrp="1"/>
          </p:cNvSpPr>
          <p:nvPr>
            <p:ph type="dt" sz="half" idx="10"/>
          </p:nvPr>
        </p:nvSpPr>
        <p:spPr/>
        <p:txBody>
          <a:bodyPr/>
          <a:lstStyle/>
          <a:p>
            <a:fld id="{A7FACB4A-C46D-47C8-95BF-463F9F428625}" type="datetimeFigureOut">
              <a:rPr lang="en-IN" smtClean="0"/>
              <a:t>14-02-2026</a:t>
            </a:fld>
            <a:endParaRPr lang="en-IN"/>
          </a:p>
        </p:txBody>
      </p:sp>
      <p:sp>
        <p:nvSpPr>
          <p:cNvPr id="8" name="Footer Placeholder 7">
            <a:extLst>
              <a:ext uri="{FF2B5EF4-FFF2-40B4-BE49-F238E27FC236}">
                <a16:creationId xmlns:a16="http://schemas.microsoft.com/office/drawing/2014/main" id="{55F26583-570F-F397-D583-9963BD0D010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3F8FC52-BDE3-9E21-7004-9001CC624A20}"/>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48764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917DB-BC11-A965-7D47-A83062720EC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F559EBB-66AC-0A22-FB25-AA24D188299F}"/>
              </a:ext>
            </a:extLst>
          </p:cNvPr>
          <p:cNvSpPr>
            <a:spLocks noGrp="1"/>
          </p:cNvSpPr>
          <p:nvPr>
            <p:ph type="dt" sz="half" idx="10"/>
          </p:nvPr>
        </p:nvSpPr>
        <p:spPr/>
        <p:txBody>
          <a:bodyPr/>
          <a:lstStyle/>
          <a:p>
            <a:fld id="{A7FACB4A-C46D-47C8-95BF-463F9F428625}" type="datetimeFigureOut">
              <a:rPr lang="en-IN" smtClean="0"/>
              <a:t>14-02-2026</a:t>
            </a:fld>
            <a:endParaRPr lang="en-IN"/>
          </a:p>
        </p:txBody>
      </p:sp>
      <p:sp>
        <p:nvSpPr>
          <p:cNvPr id="4" name="Footer Placeholder 3">
            <a:extLst>
              <a:ext uri="{FF2B5EF4-FFF2-40B4-BE49-F238E27FC236}">
                <a16:creationId xmlns:a16="http://schemas.microsoft.com/office/drawing/2014/main" id="{EF21C889-A42D-7ECD-6189-48F6199C523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33D6C85-1A5C-85A2-D47F-73050C49CBA1}"/>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920732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56DA96-DA53-0AED-0F58-E803782E3196}"/>
              </a:ext>
            </a:extLst>
          </p:cNvPr>
          <p:cNvSpPr>
            <a:spLocks noGrp="1"/>
          </p:cNvSpPr>
          <p:nvPr>
            <p:ph type="dt" sz="half" idx="10"/>
          </p:nvPr>
        </p:nvSpPr>
        <p:spPr/>
        <p:txBody>
          <a:bodyPr/>
          <a:lstStyle/>
          <a:p>
            <a:fld id="{A7FACB4A-C46D-47C8-95BF-463F9F428625}" type="datetimeFigureOut">
              <a:rPr lang="en-IN" smtClean="0"/>
              <a:t>14-02-2026</a:t>
            </a:fld>
            <a:endParaRPr lang="en-IN"/>
          </a:p>
        </p:txBody>
      </p:sp>
      <p:sp>
        <p:nvSpPr>
          <p:cNvPr id="3" name="Footer Placeholder 2">
            <a:extLst>
              <a:ext uri="{FF2B5EF4-FFF2-40B4-BE49-F238E27FC236}">
                <a16:creationId xmlns:a16="http://schemas.microsoft.com/office/drawing/2014/main" id="{528408AC-42F9-A3E6-20C6-19B6AFB04FF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0579749-EC75-7164-FBE8-61C5FD951927}"/>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3012355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BE5F6-B24D-5E61-DC38-DA3F87B34E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8B0E6B7-31E9-4177-5C1F-03A7DBD36C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6910E19-657E-B541-E036-959BA41875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A2AEC1-909F-60C3-702B-6244A8A7DA9F}"/>
              </a:ext>
            </a:extLst>
          </p:cNvPr>
          <p:cNvSpPr>
            <a:spLocks noGrp="1"/>
          </p:cNvSpPr>
          <p:nvPr>
            <p:ph type="dt" sz="half" idx="10"/>
          </p:nvPr>
        </p:nvSpPr>
        <p:spPr/>
        <p:txBody>
          <a:bodyPr/>
          <a:lstStyle/>
          <a:p>
            <a:fld id="{A7FACB4A-C46D-47C8-95BF-463F9F428625}" type="datetimeFigureOut">
              <a:rPr lang="en-IN" smtClean="0"/>
              <a:t>14-02-2026</a:t>
            </a:fld>
            <a:endParaRPr lang="en-IN"/>
          </a:p>
        </p:txBody>
      </p:sp>
      <p:sp>
        <p:nvSpPr>
          <p:cNvPr id="6" name="Footer Placeholder 5">
            <a:extLst>
              <a:ext uri="{FF2B5EF4-FFF2-40B4-BE49-F238E27FC236}">
                <a16:creationId xmlns:a16="http://schemas.microsoft.com/office/drawing/2014/main" id="{C9E9E6BA-2E7B-3E57-2F0C-5F2FD17199B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9B71D75-64B2-1389-FADB-ED9520B8A94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3174431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1262D-CF25-FD3A-5B0C-AFA7F0A7DB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9C1E524-18D7-464E-3F34-14CBF4862E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E712348-99C4-F005-5D92-24A299F993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C898F6-D595-1FDE-2158-79E6686C822F}"/>
              </a:ext>
            </a:extLst>
          </p:cNvPr>
          <p:cNvSpPr>
            <a:spLocks noGrp="1"/>
          </p:cNvSpPr>
          <p:nvPr>
            <p:ph type="dt" sz="half" idx="10"/>
          </p:nvPr>
        </p:nvSpPr>
        <p:spPr/>
        <p:txBody>
          <a:bodyPr/>
          <a:lstStyle/>
          <a:p>
            <a:fld id="{A7FACB4A-C46D-47C8-95BF-463F9F428625}" type="datetimeFigureOut">
              <a:rPr lang="en-IN" smtClean="0"/>
              <a:t>14-02-2026</a:t>
            </a:fld>
            <a:endParaRPr lang="en-IN"/>
          </a:p>
        </p:txBody>
      </p:sp>
      <p:sp>
        <p:nvSpPr>
          <p:cNvPr id="6" name="Footer Placeholder 5">
            <a:extLst>
              <a:ext uri="{FF2B5EF4-FFF2-40B4-BE49-F238E27FC236}">
                <a16:creationId xmlns:a16="http://schemas.microsoft.com/office/drawing/2014/main" id="{D8E67F9F-625D-1107-9BCE-138B29817E1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ADC0215-9ED1-CB53-652D-46D93AD2694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170034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EDE86-64B7-9F0A-5001-6F43A0FA6BB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237D706-8AAA-2524-04BB-26C4624206E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618E778-061C-459E-CD0C-58DCA0CF7CCD}"/>
              </a:ext>
            </a:extLst>
          </p:cNvPr>
          <p:cNvSpPr>
            <a:spLocks noGrp="1"/>
          </p:cNvSpPr>
          <p:nvPr>
            <p:ph type="dt" sz="half" idx="10"/>
          </p:nvPr>
        </p:nvSpPr>
        <p:spPr/>
        <p:txBody>
          <a:bodyPr/>
          <a:lstStyle/>
          <a:p>
            <a:fld id="{A7FACB4A-C46D-47C8-95BF-463F9F428625}" type="datetimeFigureOut">
              <a:rPr lang="en-IN" smtClean="0"/>
              <a:t>14-02-2026</a:t>
            </a:fld>
            <a:endParaRPr lang="en-IN"/>
          </a:p>
        </p:txBody>
      </p:sp>
      <p:sp>
        <p:nvSpPr>
          <p:cNvPr id="5" name="Footer Placeholder 4">
            <a:extLst>
              <a:ext uri="{FF2B5EF4-FFF2-40B4-BE49-F238E27FC236}">
                <a16:creationId xmlns:a16="http://schemas.microsoft.com/office/drawing/2014/main" id="{78AFE4EF-7849-CFF9-1385-7BDB42DF62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DA96F9-D0E3-05A9-C32F-CCFCFCE6E658}"/>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9119486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D04E30-06E1-5212-4B6D-25886B9C37F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71C275C-3D2D-2452-9149-89BBE7CA689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C131ED-A5B2-3FF2-8E5C-283664ABEB81}"/>
              </a:ext>
            </a:extLst>
          </p:cNvPr>
          <p:cNvSpPr>
            <a:spLocks noGrp="1"/>
          </p:cNvSpPr>
          <p:nvPr>
            <p:ph type="dt" sz="half" idx="10"/>
          </p:nvPr>
        </p:nvSpPr>
        <p:spPr/>
        <p:txBody>
          <a:bodyPr/>
          <a:lstStyle/>
          <a:p>
            <a:fld id="{A7FACB4A-C46D-47C8-95BF-463F9F428625}" type="datetimeFigureOut">
              <a:rPr lang="en-IN" smtClean="0"/>
              <a:t>14-02-2026</a:t>
            </a:fld>
            <a:endParaRPr lang="en-IN"/>
          </a:p>
        </p:txBody>
      </p:sp>
      <p:sp>
        <p:nvSpPr>
          <p:cNvPr id="5" name="Footer Placeholder 4">
            <a:extLst>
              <a:ext uri="{FF2B5EF4-FFF2-40B4-BE49-F238E27FC236}">
                <a16:creationId xmlns:a16="http://schemas.microsoft.com/office/drawing/2014/main" id="{A61C8846-9586-A23A-3D98-740B85ED21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D27319-B31F-9567-7E64-8BEAB1A3C6BF}"/>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0747698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279A75-0843-3E26-FA3D-7955B436DA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2FA1EE1-247A-E887-762B-4BC2DBFD35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3DF53D-E00E-7D7F-402F-506A960A97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7FACB4A-C46D-47C8-95BF-463F9F428625}" type="datetimeFigureOut">
              <a:rPr lang="en-IN" smtClean="0"/>
              <a:t>14-02-2026</a:t>
            </a:fld>
            <a:endParaRPr lang="en-IN"/>
          </a:p>
        </p:txBody>
      </p:sp>
      <p:sp>
        <p:nvSpPr>
          <p:cNvPr id="5" name="Footer Placeholder 4">
            <a:extLst>
              <a:ext uri="{FF2B5EF4-FFF2-40B4-BE49-F238E27FC236}">
                <a16:creationId xmlns:a16="http://schemas.microsoft.com/office/drawing/2014/main" id="{EBB7DC96-5252-D529-FF28-16B0D99D0D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6F4C6E2-66C6-AF10-CC28-03DE3A9BB6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B2EA575-0560-4EBC-AD65-A546BB5C4677}" type="slidenum">
              <a:rPr lang="en-IN" smtClean="0"/>
              <a:t>‹#›</a:t>
            </a:fld>
            <a:endParaRPr lang="en-IN"/>
          </a:p>
        </p:txBody>
      </p:sp>
    </p:spTree>
    <p:extLst>
      <p:ext uri="{BB962C8B-B14F-4D97-AF65-F5344CB8AC3E}">
        <p14:creationId xmlns:p14="http://schemas.microsoft.com/office/powerpoint/2010/main" val="4171529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FB14B-13FD-63D0-B558-FA2B9FA1B8F9}"/>
              </a:ext>
            </a:extLst>
          </p:cNvPr>
          <p:cNvSpPr>
            <a:spLocks noGrp="1"/>
          </p:cNvSpPr>
          <p:nvPr>
            <p:ph type="ctrTitle"/>
          </p:nvPr>
        </p:nvSpPr>
        <p:spPr>
          <a:xfrm>
            <a:off x="1703614" y="2593964"/>
            <a:ext cx="9144000" cy="1670071"/>
          </a:xfrm>
        </p:spPr>
        <p:txBody>
          <a:bodyPr>
            <a:noAutofit/>
          </a:bodyPr>
          <a:lstStyle/>
          <a:p>
            <a:r>
              <a:rPr lang="en-US" sz="4800"/>
              <a:t>Detecting Compromised AWS Accounts via Anomalous API Calls</a:t>
            </a:r>
            <a:endParaRPr lang="en-IN" sz="4800"/>
          </a:p>
        </p:txBody>
      </p:sp>
      <p:sp>
        <p:nvSpPr>
          <p:cNvPr id="3" name="Subtitle 2">
            <a:extLst>
              <a:ext uri="{FF2B5EF4-FFF2-40B4-BE49-F238E27FC236}">
                <a16:creationId xmlns:a16="http://schemas.microsoft.com/office/drawing/2014/main" id="{33DAA6DE-3B6C-1A2F-6135-52EEA7D16507}"/>
              </a:ext>
            </a:extLst>
          </p:cNvPr>
          <p:cNvSpPr>
            <a:spLocks noGrp="1"/>
          </p:cNvSpPr>
          <p:nvPr>
            <p:ph type="subTitle" idx="1"/>
          </p:nvPr>
        </p:nvSpPr>
        <p:spPr>
          <a:xfrm>
            <a:off x="1077411" y="4890977"/>
            <a:ext cx="3239387" cy="1222744"/>
          </a:xfrm>
        </p:spPr>
        <p:txBody>
          <a:bodyPr/>
          <a:lstStyle/>
          <a:p>
            <a:r>
              <a:rPr lang="en-IN"/>
              <a:t>Submitted By:</a:t>
            </a:r>
            <a:br>
              <a:rPr lang="en-IN"/>
            </a:br>
            <a:r>
              <a:rPr lang="en-IN"/>
              <a:t>Reetikesh Choudhury</a:t>
            </a:r>
          </a:p>
          <a:p>
            <a:r>
              <a:rPr lang="en-IN"/>
              <a:t>23FE10CSE00642</a:t>
            </a:r>
          </a:p>
        </p:txBody>
      </p:sp>
      <p:sp>
        <p:nvSpPr>
          <p:cNvPr id="4" name="Subtitle 2">
            <a:extLst>
              <a:ext uri="{FF2B5EF4-FFF2-40B4-BE49-F238E27FC236}">
                <a16:creationId xmlns:a16="http://schemas.microsoft.com/office/drawing/2014/main" id="{8265C3A1-7DE8-FF2B-D7D7-6CB2859C63C2}"/>
              </a:ext>
            </a:extLst>
          </p:cNvPr>
          <p:cNvSpPr txBox="1">
            <a:spLocks/>
          </p:cNvSpPr>
          <p:nvPr/>
        </p:nvSpPr>
        <p:spPr>
          <a:xfrm>
            <a:off x="7168243" y="4883885"/>
            <a:ext cx="3946346" cy="122274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dirty="0"/>
              <a:t>Supervised By:</a:t>
            </a:r>
            <a:br>
              <a:rPr lang="en-IN" dirty="0"/>
            </a:br>
            <a:r>
              <a:rPr lang="en-IN" dirty="0"/>
              <a:t>Ms. Vaishali Chauhan</a:t>
            </a:r>
          </a:p>
        </p:txBody>
      </p:sp>
      <p:pic>
        <p:nvPicPr>
          <p:cNvPr id="8" name="Picture 7" descr="A black and white text&#10;&#10;AI-generated content may be incorrect.">
            <a:extLst>
              <a:ext uri="{FF2B5EF4-FFF2-40B4-BE49-F238E27FC236}">
                <a16:creationId xmlns:a16="http://schemas.microsoft.com/office/drawing/2014/main" id="{2AD7126F-2B55-B457-37C9-C05FFDD4D2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756" y="36039"/>
            <a:ext cx="4174039" cy="1222745"/>
          </a:xfrm>
          <a:prstGeom prst="rect">
            <a:avLst/>
          </a:prstGeom>
        </p:spPr>
      </p:pic>
      <p:sp>
        <p:nvSpPr>
          <p:cNvPr id="9" name="Title 1">
            <a:extLst>
              <a:ext uri="{FF2B5EF4-FFF2-40B4-BE49-F238E27FC236}">
                <a16:creationId xmlns:a16="http://schemas.microsoft.com/office/drawing/2014/main" id="{B8466A34-BD34-5DB1-EC2B-14EE0BD5593C}"/>
              </a:ext>
            </a:extLst>
          </p:cNvPr>
          <p:cNvSpPr txBox="1">
            <a:spLocks/>
          </p:cNvSpPr>
          <p:nvPr/>
        </p:nvSpPr>
        <p:spPr>
          <a:xfrm>
            <a:off x="1527542" y="1258784"/>
            <a:ext cx="9144000" cy="1112276"/>
          </a:xfrm>
          <a:prstGeom prst="rect">
            <a:avLst/>
          </a:prstGeom>
        </p:spPr>
        <p:txBody>
          <a:bodyPr vert="horz" lIns="91440" tIns="45720" rIns="91440" bIns="45720" rtlCol="0" anchor="b">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IN" sz="2800" b="1"/>
              <a:t>School of Computer Science and Engineering</a:t>
            </a:r>
          </a:p>
          <a:p>
            <a:pPr>
              <a:lnSpc>
                <a:spcPct val="150000"/>
              </a:lnSpc>
            </a:pPr>
            <a:r>
              <a:rPr lang="en-IN" sz="2800" b="1"/>
              <a:t>Department of Computer Science and Engineering</a:t>
            </a:r>
          </a:p>
        </p:txBody>
      </p:sp>
    </p:spTree>
    <p:extLst>
      <p:ext uri="{BB962C8B-B14F-4D97-AF65-F5344CB8AC3E}">
        <p14:creationId xmlns:p14="http://schemas.microsoft.com/office/powerpoint/2010/main" val="380237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Shape 54">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7" name="Rectangle 56">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C66CBD-FC59-BE59-2070-B5315E2C8921}"/>
              </a:ext>
            </a:extLst>
          </p:cNvPr>
          <p:cNvSpPr>
            <a:spLocks noGrp="1"/>
          </p:cNvSpPr>
          <p:nvPr>
            <p:ph type="title"/>
          </p:nvPr>
        </p:nvSpPr>
        <p:spPr>
          <a:xfrm>
            <a:off x="466722" y="586855"/>
            <a:ext cx="3201366" cy="3387497"/>
          </a:xfrm>
        </p:spPr>
        <p:txBody>
          <a:bodyPr anchor="b">
            <a:normAutofit/>
          </a:bodyPr>
          <a:lstStyle/>
          <a:p>
            <a:pPr algn="r"/>
            <a:r>
              <a:rPr lang="en-IN" sz="4000">
                <a:solidFill>
                  <a:srgbClr val="FFFFFF"/>
                </a:solidFill>
              </a:rPr>
              <a:t>Objectives</a:t>
            </a:r>
          </a:p>
        </p:txBody>
      </p:sp>
      <p:sp>
        <p:nvSpPr>
          <p:cNvPr id="5" name="Rectangle 2">
            <a:extLst>
              <a:ext uri="{FF2B5EF4-FFF2-40B4-BE49-F238E27FC236}">
                <a16:creationId xmlns:a16="http://schemas.microsoft.com/office/drawing/2014/main" id="{91ACF36E-2BFC-DBF3-5496-731D6D7507D3}"/>
              </a:ext>
            </a:extLst>
          </p:cNvPr>
          <p:cNvSpPr>
            <a:spLocks noGrp="1" noChangeArrowheads="1"/>
          </p:cNvSpPr>
          <p:nvPr>
            <p:ph idx="1"/>
          </p:nvPr>
        </p:nvSpPr>
        <p:spPr bwMode="auto">
          <a:xfrm>
            <a:off x="4581727" y="649480"/>
            <a:ext cx="3025303" cy="554604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eaLnBrk="0" fontAlgn="base" hangingPunct="0">
              <a:spcBef>
                <a:spcPct val="0"/>
              </a:spcBef>
              <a:spcAft>
                <a:spcPts val="600"/>
              </a:spcAft>
            </a:pPr>
            <a:r>
              <a:rPr lang="en-US" altLang="en-US" sz="1700"/>
              <a:t>To analyze AWS CloudTrail logs and extract behavioral features.</a:t>
            </a:r>
          </a:p>
          <a:p>
            <a:pPr eaLnBrk="0" fontAlgn="base" hangingPunct="0">
              <a:spcBef>
                <a:spcPct val="0"/>
              </a:spcBef>
              <a:spcAft>
                <a:spcPts val="600"/>
              </a:spcAft>
            </a:pPr>
            <a:endParaRPr lang="en-US" altLang="en-US" sz="1700"/>
          </a:p>
          <a:p>
            <a:pPr eaLnBrk="0" fontAlgn="base" hangingPunct="0">
              <a:spcBef>
                <a:spcPct val="0"/>
              </a:spcBef>
              <a:spcAft>
                <a:spcPts val="600"/>
              </a:spcAft>
            </a:pPr>
            <a:r>
              <a:rPr lang="en-US" altLang="en-US" sz="1700"/>
              <a:t>To apply machine learning algorithms for anomaly detection.</a:t>
            </a:r>
          </a:p>
          <a:p>
            <a:pPr eaLnBrk="0" fontAlgn="base" hangingPunct="0">
              <a:spcBef>
                <a:spcPct val="0"/>
              </a:spcBef>
              <a:spcAft>
                <a:spcPts val="600"/>
              </a:spcAft>
            </a:pPr>
            <a:endParaRPr lang="en-US" altLang="en-US" sz="1700"/>
          </a:p>
          <a:p>
            <a:pPr eaLnBrk="0" fontAlgn="base" hangingPunct="0">
              <a:spcBef>
                <a:spcPct val="0"/>
              </a:spcBef>
              <a:spcAft>
                <a:spcPts val="600"/>
              </a:spcAft>
            </a:pPr>
            <a:r>
              <a:rPr lang="en-US" altLang="en-US" sz="1700"/>
              <a:t>To identify deviations in API call patterns indicative of account compromise.</a:t>
            </a:r>
          </a:p>
          <a:p>
            <a:pPr eaLnBrk="0" fontAlgn="base" hangingPunct="0">
              <a:spcBef>
                <a:spcPct val="0"/>
              </a:spcBef>
              <a:spcAft>
                <a:spcPts val="600"/>
              </a:spcAft>
            </a:pPr>
            <a:endParaRPr lang="en-US" altLang="en-US" sz="1700"/>
          </a:p>
          <a:p>
            <a:pPr eaLnBrk="0" fontAlgn="base" hangingPunct="0">
              <a:spcBef>
                <a:spcPct val="0"/>
              </a:spcBef>
              <a:spcAft>
                <a:spcPts val="600"/>
              </a:spcAft>
            </a:pPr>
            <a:r>
              <a:rPr lang="en-US" altLang="en-US" sz="1700"/>
              <a:t>To evaluate the performance using metrics such as score distribution comparison, PCA, Disagreement penalty and Temporal smoothing</a:t>
            </a:r>
          </a:p>
        </p:txBody>
      </p:sp>
      <p:pic>
        <p:nvPicPr>
          <p:cNvPr id="20" name="Graphic 19" descr="Database">
            <a:extLst>
              <a:ext uri="{FF2B5EF4-FFF2-40B4-BE49-F238E27FC236}">
                <a16:creationId xmlns:a16="http://schemas.microsoft.com/office/drawing/2014/main" id="{C26CA427-7D84-5FAE-D984-2398A9ADF80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09502" y="1627051"/>
            <a:ext cx="3615776" cy="3615776"/>
          </a:xfrm>
          <a:prstGeom prst="rect">
            <a:avLst/>
          </a:prstGeom>
        </p:spPr>
      </p:pic>
    </p:spTree>
    <p:extLst>
      <p:ext uri="{BB962C8B-B14F-4D97-AF65-F5344CB8AC3E}">
        <p14:creationId xmlns:p14="http://schemas.microsoft.com/office/powerpoint/2010/main" val="35470978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Shape 54">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7" name="Rectangle 56">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25A96B-B72E-0C72-F61B-C99183D10D26}"/>
              </a:ext>
            </a:extLst>
          </p:cNvPr>
          <p:cNvSpPr>
            <a:spLocks noGrp="1"/>
          </p:cNvSpPr>
          <p:nvPr>
            <p:ph type="title"/>
          </p:nvPr>
        </p:nvSpPr>
        <p:spPr>
          <a:xfrm>
            <a:off x="466722" y="586855"/>
            <a:ext cx="3201366" cy="3387497"/>
          </a:xfrm>
        </p:spPr>
        <p:txBody>
          <a:bodyPr anchor="b">
            <a:normAutofit/>
          </a:bodyPr>
          <a:lstStyle/>
          <a:p>
            <a:pPr algn="r"/>
            <a:r>
              <a:rPr lang="en-IN" sz="4000">
                <a:solidFill>
                  <a:srgbClr val="FFFFFF"/>
                </a:solidFill>
              </a:rPr>
              <a:t>Introduction</a:t>
            </a:r>
          </a:p>
        </p:txBody>
      </p:sp>
      <p:sp>
        <p:nvSpPr>
          <p:cNvPr id="4" name="Rectangle 1">
            <a:extLst>
              <a:ext uri="{FF2B5EF4-FFF2-40B4-BE49-F238E27FC236}">
                <a16:creationId xmlns:a16="http://schemas.microsoft.com/office/drawing/2014/main" id="{A4DC6752-ED40-3156-AFD8-A77000BFCF68}"/>
              </a:ext>
            </a:extLst>
          </p:cNvPr>
          <p:cNvSpPr>
            <a:spLocks noGrp="1" noChangeArrowheads="1"/>
          </p:cNvSpPr>
          <p:nvPr>
            <p:ph idx="1"/>
          </p:nvPr>
        </p:nvSpPr>
        <p:spPr bwMode="auto">
          <a:xfrm>
            <a:off x="4581727" y="649480"/>
            <a:ext cx="3025303" cy="554604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eaLnBrk="0" fontAlgn="base" hangingPunct="0">
              <a:spcBef>
                <a:spcPct val="0"/>
              </a:spcBef>
              <a:spcAft>
                <a:spcPts val="600"/>
              </a:spcAft>
            </a:pPr>
            <a:r>
              <a:rPr kumimoji="0" lang="en-US" altLang="en-US" sz="2000" i="0" u="none" strike="noStrike" cap="none" normalizeH="0" baseline="0">
                <a:ln>
                  <a:noFill/>
                </a:ln>
                <a:effectLst/>
                <a:latin typeface="Arial" panose="020B0604020202020204" pitchFamily="34" charset="0"/>
              </a:rPr>
              <a:t>Cloud computing underpins modern digital infrastructure, with Amazon Web Services (AWS) leading as a key provider.</a:t>
            </a:r>
          </a:p>
          <a:p>
            <a:pPr marL="0" indent="0" eaLnBrk="0" fontAlgn="base" hangingPunct="0">
              <a:spcBef>
                <a:spcPct val="0"/>
              </a:spcBef>
              <a:spcAft>
                <a:spcPts val="600"/>
              </a:spcAft>
              <a:buNone/>
            </a:pPr>
            <a:endParaRPr kumimoji="0" lang="en-US" altLang="en-US" sz="2000" i="0" u="none" strike="noStrike" cap="none" normalizeH="0" baseline="0">
              <a:ln>
                <a:noFill/>
              </a:ln>
              <a:effectLst/>
              <a:latin typeface="Arial" panose="020B0604020202020204" pitchFamily="34" charset="0"/>
            </a:endParaRPr>
          </a:p>
          <a:p>
            <a:pPr eaLnBrk="0" fontAlgn="base" hangingPunct="0">
              <a:spcBef>
                <a:spcPct val="0"/>
              </a:spcBef>
              <a:spcAft>
                <a:spcPts val="600"/>
              </a:spcAft>
            </a:pPr>
            <a:r>
              <a:rPr lang="en-US" altLang="en-US" sz="2000">
                <a:latin typeface="Arial" panose="020B0604020202020204" pitchFamily="34" charset="0"/>
              </a:rPr>
              <a:t>API calls made by compromised accounts often deviate from normal behavior these anomalies can reveal potential breaches.</a:t>
            </a:r>
          </a:p>
        </p:txBody>
      </p:sp>
      <p:pic>
        <p:nvPicPr>
          <p:cNvPr id="8" name="Graphic 7" descr="Cloud Computing">
            <a:extLst>
              <a:ext uri="{FF2B5EF4-FFF2-40B4-BE49-F238E27FC236}">
                <a16:creationId xmlns:a16="http://schemas.microsoft.com/office/drawing/2014/main" id="{1AE734E9-BB8D-A801-D1D2-841D111C8D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09502" y="1627051"/>
            <a:ext cx="3615776" cy="3615776"/>
          </a:xfrm>
          <a:prstGeom prst="rect">
            <a:avLst/>
          </a:prstGeom>
        </p:spPr>
      </p:pic>
    </p:spTree>
    <p:extLst>
      <p:ext uri="{BB962C8B-B14F-4D97-AF65-F5344CB8AC3E}">
        <p14:creationId xmlns:p14="http://schemas.microsoft.com/office/powerpoint/2010/main" val="13161187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8EC126F-3A96-7432-95D7-ABC32C278405}"/>
            </a:ext>
          </a:extLst>
        </p:cNvPr>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Shape 54">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7" name="Rectangle 56">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868B665-CD53-D057-46DA-65E7E72DE971}"/>
              </a:ext>
            </a:extLst>
          </p:cNvPr>
          <p:cNvSpPr>
            <a:spLocks noGrp="1"/>
          </p:cNvSpPr>
          <p:nvPr>
            <p:ph type="title"/>
          </p:nvPr>
        </p:nvSpPr>
        <p:spPr>
          <a:xfrm>
            <a:off x="466722" y="586855"/>
            <a:ext cx="3201366" cy="3387497"/>
          </a:xfrm>
        </p:spPr>
        <p:txBody>
          <a:bodyPr anchor="b">
            <a:normAutofit/>
          </a:bodyPr>
          <a:lstStyle/>
          <a:p>
            <a:pPr algn="r"/>
            <a:r>
              <a:rPr lang="en-IN" sz="4000">
                <a:solidFill>
                  <a:srgbClr val="FFFFFF"/>
                </a:solidFill>
              </a:rPr>
              <a:t>Introduction</a:t>
            </a:r>
          </a:p>
        </p:txBody>
      </p:sp>
      <p:sp>
        <p:nvSpPr>
          <p:cNvPr id="4" name="Rectangle 1">
            <a:extLst>
              <a:ext uri="{FF2B5EF4-FFF2-40B4-BE49-F238E27FC236}">
                <a16:creationId xmlns:a16="http://schemas.microsoft.com/office/drawing/2014/main" id="{81002030-87FA-51D2-C7F7-20A1A42172B4}"/>
              </a:ext>
            </a:extLst>
          </p:cNvPr>
          <p:cNvSpPr>
            <a:spLocks noGrp="1" noChangeArrowheads="1"/>
          </p:cNvSpPr>
          <p:nvPr>
            <p:ph idx="1"/>
          </p:nvPr>
        </p:nvSpPr>
        <p:spPr bwMode="auto">
          <a:xfrm>
            <a:off x="4581727" y="649480"/>
            <a:ext cx="3025303" cy="554604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eaLnBrk="0" fontAlgn="base" hangingPunct="0">
              <a:spcBef>
                <a:spcPct val="0"/>
              </a:spcBef>
              <a:spcAft>
                <a:spcPct val="0"/>
              </a:spcAft>
            </a:pPr>
            <a:r>
              <a:rPr lang="en-US" altLang="en-US" sz="1900" dirty="0">
                <a:latin typeface="Arial"/>
                <a:cs typeface="Arial"/>
              </a:rPr>
              <a:t>Traditional security mechanisms may fail to detect subtle or evolving attack patterns.</a:t>
            </a:r>
          </a:p>
          <a:p>
            <a:pPr marL="0" indent="0" eaLnBrk="0" fontAlgn="base" hangingPunct="0">
              <a:spcBef>
                <a:spcPct val="0"/>
              </a:spcBef>
              <a:spcAft>
                <a:spcPts val="600"/>
              </a:spcAft>
              <a:buNone/>
            </a:pPr>
            <a:endParaRPr kumimoji="0" lang="en-US" altLang="en-US" sz="1900" i="0" u="none" strike="noStrike" cap="none" normalizeH="0" baseline="0">
              <a:ln>
                <a:noFill/>
              </a:ln>
              <a:effectLst/>
              <a:latin typeface="Arial" panose="020B0604020202020204" pitchFamily="34" charset="0"/>
            </a:endParaRPr>
          </a:p>
          <a:p>
            <a:pPr eaLnBrk="0" fontAlgn="base" hangingPunct="0">
              <a:spcBef>
                <a:spcPct val="0"/>
              </a:spcBef>
              <a:spcAft>
                <a:spcPct val="0"/>
              </a:spcAft>
            </a:pPr>
            <a:r>
              <a:rPr lang="en-US" altLang="en-US" sz="1900" dirty="0">
                <a:latin typeface="Arial"/>
                <a:cs typeface="Arial"/>
              </a:rPr>
              <a:t>Hence, detecting anomalies in API usage patterns offers a proactive and intelligent defense mechanism.</a:t>
            </a:r>
          </a:p>
          <a:p>
            <a:pPr marL="0" indent="0" eaLnBrk="0" fontAlgn="base" hangingPunct="0">
              <a:spcBef>
                <a:spcPct val="0"/>
              </a:spcBef>
              <a:spcAft>
                <a:spcPct val="0"/>
              </a:spcAft>
              <a:buNone/>
            </a:pPr>
            <a:endParaRPr lang="en-US" altLang="en-US" sz="1900">
              <a:latin typeface="Arial" panose="020B0604020202020204" pitchFamily="34" charset="0"/>
            </a:endParaRPr>
          </a:p>
          <a:p>
            <a:pPr eaLnBrk="0" fontAlgn="base" hangingPunct="0">
              <a:spcBef>
                <a:spcPct val="0"/>
              </a:spcBef>
              <a:spcAft>
                <a:spcPct val="0"/>
              </a:spcAft>
            </a:pPr>
            <a:r>
              <a:rPr lang="en-US" altLang="en-US" sz="1900" dirty="0">
                <a:latin typeface="Arial"/>
                <a:cs typeface="Arial"/>
              </a:rPr>
              <a:t>This project focuses on machine learning based anomaly detection on AWS CloudTrail logs to identify compromised account behavior.</a:t>
            </a:r>
          </a:p>
        </p:txBody>
      </p:sp>
      <p:pic>
        <p:nvPicPr>
          <p:cNvPr id="8" name="Graphic 7" descr="Cloud Computing">
            <a:extLst>
              <a:ext uri="{FF2B5EF4-FFF2-40B4-BE49-F238E27FC236}">
                <a16:creationId xmlns:a16="http://schemas.microsoft.com/office/drawing/2014/main" id="{2E69F6AF-A596-DC88-A585-6E1A7AEBEA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09502" y="1627051"/>
            <a:ext cx="3615776" cy="3615776"/>
          </a:xfrm>
          <a:prstGeom prst="rect">
            <a:avLst/>
          </a:prstGeom>
        </p:spPr>
      </p:pic>
    </p:spTree>
    <p:extLst>
      <p:ext uri="{BB962C8B-B14F-4D97-AF65-F5344CB8AC3E}">
        <p14:creationId xmlns:p14="http://schemas.microsoft.com/office/powerpoint/2010/main" val="16491639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Shape 5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6" name="Rectangle 5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85647D-9B85-4135-FDC8-4412998CA206}"/>
              </a:ext>
            </a:extLst>
          </p:cNvPr>
          <p:cNvSpPr>
            <a:spLocks noGrp="1"/>
          </p:cNvSpPr>
          <p:nvPr>
            <p:ph type="title"/>
          </p:nvPr>
        </p:nvSpPr>
        <p:spPr>
          <a:xfrm>
            <a:off x="466722" y="586855"/>
            <a:ext cx="3201366" cy="3387497"/>
          </a:xfrm>
        </p:spPr>
        <p:txBody>
          <a:bodyPr anchor="b">
            <a:normAutofit/>
          </a:bodyPr>
          <a:lstStyle/>
          <a:p>
            <a:pPr algn="r"/>
            <a:r>
              <a:rPr lang="en-IN" sz="4000">
                <a:solidFill>
                  <a:srgbClr val="FFFFFF"/>
                </a:solidFill>
              </a:rPr>
              <a:t>Literature Review</a:t>
            </a:r>
          </a:p>
        </p:txBody>
      </p:sp>
      <p:sp>
        <p:nvSpPr>
          <p:cNvPr id="3" name="Content Placeholder 2">
            <a:extLst>
              <a:ext uri="{FF2B5EF4-FFF2-40B4-BE49-F238E27FC236}">
                <a16:creationId xmlns:a16="http://schemas.microsoft.com/office/drawing/2014/main" id="{7485F665-7E3B-0A75-0EE5-8FA0D35D261D}"/>
              </a:ext>
            </a:extLst>
          </p:cNvPr>
          <p:cNvSpPr>
            <a:spLocks noGrp="1"/>
          </p:cNvSpPr>
          <p:nvPr>
            <p:ph idx="1"/>
          </p:nvPr>
        </p:nvSpPr>
        <p:spPr>
          <a:xfrm>
            <a:off x="4581727" y="649480"/>
            <a:ext cx="3025303" cy="5546047"/>
          </a:xfrm>
        </p:spPr>
        <p:txBody>
          <a:bodyPr anchor="ctr">
            <a:normAutofit/>
          </a:bodyPr>
          <a:lstStyle/>
          <a:p>
            <a:pPr marL="0" indent="0">
              <a:buNone/>
            </a:pPr>
            <a:r>
              <a:rPr lang="en-US" sz="1700" b="1"/>
              <a:t>Overview of Existing Work</a:t>
            </a:r>
            <a:endParaRPr lang="en-US" sz="1700"/>
          </a:p>
          <a:p>
            <a:r>
              <a:rPr lang="en-US" sz="1700"/>
              <a:t>Previous research focused on conventional system architectures and control mechanisms that often faced issues with scalability, data reliability, and energy efficiency.</a:t>
            </a:r>
          </a:p>
          <a:p>
            <a:r>
              <a:rPr lang="en-US" sz="1700"/>
              <a:t>Most prior methods relied on static configurations or rule-based automation with limited adaptability to changing operational contexts. </a:t>
            </a:r>
          </a:p>
          <a:p>
            <a:r>
              <a:rPr lang="en-US" sz="1700"/>
              <a:t>Traditional rule-based systems fail against adaptive or stealthy attackers.</a:t>
            </a:r>
          </a:p>
        </p:txBody>
      </p:sp>
      <p:pic>
        <p:nvPicPr>
          <p:cNvPr id="7" name="Graphic 6" descr="Gears">
            <a:extLst>
              <a:ext uri="{FF2B5EF4-FFF2-40B4-BE49-F238E27FC236}">
                <a16:creationId xmlns:a16="http://schemas.microsoft.com/office/drawing/2014/main" id="{E9B9595A-20E1-736D-1445-E119D4B0051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09502" y="1627051"/>
            <a:ext cx="3615776" cy="3615776"/>
          </a:xfrm>
          <a:prstGeom prst="rect">
            <a:avLst/>
          </a:prstGeom>
        </p:spPr>
      </p:pic>
    </p:spTree>
    <p:extLst>
      <p:ext uri="{BB962C8B-B14F-4D97-AF65-F5344CB8AC3E}">
        <p14:creationId xmlns:p14="http://schemas.microsoft.com/office/powerpoint/2010/main" val="21607428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DCAD685-290C-F161-6350-739D591491FF}"/>
            </a:ext>
          </a:extLst>
        </p:cNvPr>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41">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Rectangle 43">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BE9AAD-D553-2058-050A-1239D94CD80E}"/>
              </a:ext>
            </a:extLst>
          </p:cNvPr>
          <p:cNvSpPr>
            <a:spLocks noGrp="1"/>
          </p:cNvSpPr>
          <p:nvPr>
            <p:ph type="title"/>
          </p:nvPr>
        </p:nvSpPr>
        <p:spPr>
          <a:xfrm>
            <a:off x="466722" y="586855"/>
            <a:ext cx="3201366" cy="3387497"/>
          </a:xfrm>
        </p:spPr>
        <p:txBody>
          <a:bodyPr anchor="b">
            <a:normAutofit/>
          </a:bodyPr>
          <a:lstStyle/>
          <a:p>
            <a:pPr algn="r"/>
            <a:r>
              <a:rPr lang="en-IN" sz="4000">
                <a:solidFill>
                  <a:srgbClr val="FFFFFF"/>
                </a:solidFill>
              </a:rPr>
              <a:t>Literature Review</a:t>
            </a:r>
          </a:p>
        </p:txBody>
      </p:sp>
      <p:sp>
        <p:nvSpPr>
          <p:cNvPr id="3" name="Content Placeholder 2">
            <a:extLst>
              <a:ext uri="{FF2B5EF4-FFF2-40B4-BE49-F238E27FC236}">
                <a16:creationId xmlns:a16="http://schemas.microsoft.com/office/drawing/2014/main" id="{2527CD7A-9FFA-89D7-5AA3-CB37ED1653DA}"/>
              </a:ext>
            </a:extLst>
          </p:cNvPr>
          <p:cNvSpPr>
            <a:spLocks noGrp="1"/>
          </p:cNvSpPr>
          <p:nvPr>
            <p:ph idx="1"/>
          </p:nvPr>
        </p:nvSpPr>
        <p:spPr>
          <a:xfrm>
            <a:off x="4581727" y="649480"/>
            <a:ext cx="3025303" cy="5546047"/>
          </a:xfrm>
        </p:spPr>
        <p:txBody>
          <a:bodyPr anchor="ctr">
            <a:normAutofit/>
          </a:bodyPr>
          <a:lstStyle/>
          <a:p>
            <a:pPr marL="0" indent="0">
              <a:buNone/>
            </a:pPr>
            <a:r>
              <a:rPr lang="en-US" sz="1700" b="1"/>
              <a:t>Overview of Existing Work</a:t>
            </a:r>
            <a:endParaRPr lang="en-US" sz="1700"/>
          </a:p>
          <a:p>
            <a:r>
              <a:rPr lang="en-US" sz="1700"/>
              <a:t>Previous research focused on conventional system architectures and control mechanisms that often faced issues with scalability, data reliability, and energy efficiency.</a:t>
            </a:r>
          </a:p>
          <a:p>
            <a:r>
              <a:rPr lang="en-US" sz="1700"/>
              <a:t>Most prior methods relied on static configurations or rule-based automation with limited adaptability to changing operational contexts. </a:t>
            </a:r>
          </a:p>
          <a:p>
            <a:r>
              <a:rPr lang="en-US" sz="1700"/>
              <a:t>Traditional rule-based systems fail against adaptive or stealthy attackers.</a:t>
            </a:r>
          </a:p>
        </p:txBody>
      </p:sp>
      <p:pic>
        <p:nvPicPr>
          <p:cNvPr id="7" name="Graphic 6" descr="Gears">
            <a:extLst>
              <a:ext uri="{FF2B5EF4-FFF2-40B4-BE49-F238E27FC236}">
                <a16:creationId xmlns:a16="http://schemas.microsoft.com/office/drawing/2014/main" id="{B8E0FE52-8BD4-D033-9D65-F86824D5A81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09502" y="1627051"/>
            <a:ext cx="3615776" cy="3615776"/>
          </a:xfrm>
          <a:prstGeom prst="rect">
            <a:avLst/>
          </a:prstGeom>
        </p:spPr>
      </p:pic>
    </p:spTree>
    <p:extLst>
      <p:ext uri="{BB962C8B-B14F-4D97-AF65-F5344CB8AC3E}">
        <p14:creationId xmlns:p14="http://schemas.microsoft.com/office/powerpoint/2010/main" val="8744559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07F3BF4-FE91-CEBF-A137-93CB04747D41}"/>
            </a:ext>
          </a:extLst>
        </p:cNvPr>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41">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Rectangle 43">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01AE1D-AEA1-5B3F-4610-9945826EC930}"/>
              </a:ext>
            </a:extLst>
          </p:cNvPr>
          <p:cNvSpPr>
            <a:spLocks noGrp="1"/>
          </p:cNvSpPr>
          <p:nvPr>
            <p:ph type="title"/>
          </p:nvPr>
        </p:nvSpPr>
        <p:spPr>
          <a:xfrm>
            <a:off x="466722" y="586855"/>
            <a:ext cx="3201366" cy="3387497"/>
          </a:xfrm>
        </p:spPr>
        <p:txBody>
          <a:bodyPr anchor="b">
            <a:normAutofit/>
          </a:bodyPr>
          <a:lstStyle/>
          <a:p>
            <a:pPr algn="r"/>
            <a:r>
              <a:rPr lang="en-IN" sz="4000">
                <a:solidFill>
                  <a:srgbClr val="FFFFFF"/>
                </a:solidFill>
              </a:rPr>
              <a:t>Literature Review</a:t>
            </a:r>
          </a:p>
        </p:txBody>
      </p:sp>
      <p:sp>
        <p:nvSpPr>
          <p:cNvPr id="3" name="Content Placeholder 2">
            <a:extLst>
              <a:ext uri="{FF2B5EF4-FFF2-40B4-BE49-F238E27FC236}">
                <a16:creationId xmlns:a16="http://schemas.microsoft.com/office/drawing/2014/main" id="{6FBED503-A546-6969-5D4A-9033955CC51F}"/>
              </a:ext>
            </a:extLst>
          </p:cNvPr>
          <p:cNvSpPr>
            <a:spLocks noGrp="1"/>
          </p:cNvSpPr>
          <p:nvPr>
            <p:ph idx="1"/>
          </p:nvPr>
        </p:nvSpPr>
        <p:spPr>
          <a:xfrm>
            <a:off x="4581727" y="649480"/>
            <a:ext cx="3025303" cy="5546047"/>
          </a:xfrm>
        </p:spPr>
        <p:txBody>
          <a:bodyPr anchor="ctr">
            <a:normAutofit/>
          </a:bodyPr>
          <a:lstStyle/>
          <a:p>
            <a:r>
              <a:rPr lang="en-US" sz="2000"/>
              <a:t>Hybrid detection methods outperform single-model systems and provide stronger, more reliable anomaly signals in cloud environments.</a:t>
            </a:r>
          </a:p>
          <a:p>
            <a:r>
              <a:rPr lang="en-US" sz="2000"/>
              <a:t>Existing studies reveal a gap in effective score fusion and temporal modeling, supporting the need for your unified, adaptive anomaly-scoring framework.</a:t>
            </a:r>
          </a:p>
        </p:txBody>
      </p:sp>
      <p:pic>
        <p:nvPicPr>
          <p:cNvPr id="7" name="Graphic 6" descr="Gears">
            <a:extLst>
              <a:ext uri="{FF2B5EF4-FFF2-40B4-BE49-F238E27FC236}">
                <a16:creationId xmlns:a16="http://schemas.microsoft.com/office/drawing/2014/main" id="{9F518C22-53F8-0F28-3E73-4426CAD6860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09502" y="1627051"/>
            <a:ext cx="3615776" cy="3615776"/>
          </a:xfrm>
          <a:prstGeom prst="rect">
            <a:avLst/>
          </a:prstGeom>
        </p:spPr>
      </p:pic>
    </p:spTree>
    <p:extLst>
      <p:ext uri="{BB962C8B-B14F-4D97-AF65-F5344CB8AC3E}">
        <p14:creationId xmlns:p14="http://schemas.microsoft.com/office/powerpoint/2010/main" val="33655678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EA1533-4BE1-DF5E-D485-BD167C2BD85D}"/>
              </a:ext>
            </a:extLst>
          </p:cNvPr>
          <p:cNvSpPr>
            <a:spLocks noGrp="1"/>
          </p:cNvSpPr>
          <p:nvPr>
            <p:ph type="title"/>
          </p:nvPr>
        </p:nvSpPr>
        <p:spPr>
          <a:xfrm>
            <a:off x="826396" y="586855"/>
            <a:ext cx="4230100" cy="3387497"/>
          </a:xfrm>
        </p:spPr>
        <p:txBody>
          <a:bodyPr anchor="b">
            <a:normAutofit/>
          </a:bodyPr>
          <a:lstStyle/>
          <a:p>
            <a:pPr algn="r"/>
            <a:r>
              <a:rPr lang="en-IN" sz="4000">
                <a:solidFill>
                  <a:srgbClr val="FFFFFF"/>
                </a:solidFill>
              </a:rPr>
              <a:t>Problem Statement</a:t>
            </a:r>
          </a:p>
        </p:txBody>
      </p:sp>
      <p:sp>
        <p:nvSpPr>
          <p:cNvPr id="3" name="Content Placeholder 2">
            <a:extLst>
              <a:ext uri="{FF2B5EF4-FFF2-40B4-BE49-F238E27FC236}">
                <a16:creationId xmlns:a16="http://schemas.microsoft.com/office/drawing/2014/main" id="{CB024CC5-00AF-876C-F7CA-146754384CB0}"/>
              </a:ext>
            </a:extLst>
          </p:cNvPr>
          <p:cNvSpPr>
            <a:spLocks noGrp="1"/>
          </p:cNvSpPr>
          <p:nvPr>
            <p:ph idx="1"/>
          </p:nvPr>
        </p:nvSpPr>
        <p:spPr>
          <a:xfrm>
            <a:off x="6503158" y="649480"/>
            <a:ext cx="4862447" cy="5546047"/>
          </a:xfrm>
        </p:spPr>
        <p:txBody>
          <a:bodyPr anchor="ctr">
            <a:normAutofit/>
          </a:bodyPr>
          <a:lstStyle/>
          <a:p>
            <a:pPr marL="0" indent="0">
              <a:buNone/>
            </a:pPr>
            <a:r>
              <a:rPr lang="en-US" sz="2000"/>
              <a:t>To design a machine learning–based system that detects compromised AWS accounts through anomaly detection in API call behavior recorded in CloudTrail logs.</a:t>
            </a:r>
            <a:endParaRPr lang="en-IN" sz="2000"/>
          </a:p>
        </p:txBody>
      </p:sp>
    </p:spTree>
    <p:extLst>
      <p:ext uri="{BB962C8B-B14F-4D97-AF65-F5344CB8AC3E}">
        <p14:creationId xmlns:p14="http://schemas.microsoft.com/office/powerpoint/2010/main" val="11340246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Freeform: Shape 47">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AC2C796-D371-7EE6-056A-4956DC25840D}"/>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Proposed Methodology</a:t>
            </a:r>
          </a:p>
        </p:txBody>
      </p:sp>
      <p:pic>
        <p:nvPicPr>
          <p:cNvPr id="6" name="Content Placeholder 5">
            <a:extLst>
              <a:ext uri="{FF2B5EF4-FFF2-40B4-BE49-F238E27FC236}">
                <a16:creationId xmlns:a16="http://schemas.microsoft.com/office/drawing/2014/main" id="{544767CA-C380-5A35-4AF9-83C878CD130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25612" y="478712"/>
            <a:ext cx="5451295" cy="5602943"/>
          </a:xfrm>
          <a:prstGeom prst="rect">
            <a:avLst/>
          </a:prstGeom>
        </p:spPr>
      </p:pic>
    </p:spTree>
    <p:extLst>
      <p:ext uri="{BB962C8B-B14F-4D97-AF65-F5344CB8AC3E}">
        <p14:creationId xmlns:p14="http://schemas.microsoft.com/office/powerpoint/2010/main" val="3382786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6F6919C-1B8F-5922-4696-141DEDF49939}"/>
            </a:ext>
          </a:extLst>
        </p:cNvPr>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0" name="Rectangle 3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Freeform: Shape 4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0" name="Rectangle 4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46C7AF-E5A1-2A82-67E4-DA8D98148418}"/>
              </a:ext>
            </a:extLst>
          </p:cNvPr>
          <p:cNvSpPr>
            <a:spLocks noGrp="1"/>
          </p:cNvSpPr>
          <p:nvPr>
            <p:ph type="title"/>
          </p:nvPr>
        </p:nvSpPr>
        <p:spPr>
          <a:xfrm>
            <a:off x="466722" y="586855"/>
            <a:ext cx="3201366" cy="3387497"/>
          </a:xfrm>
        </p:spPr>
        <p:txBody>
          <a:bodyPr anchor="b">
            <a:normAutofit/>
          </a:bodyPr>
          <a:lstStyle/>
          <a:p>
            <a:pPr algn="r"/>
            <a:r>
              <a:rPr lang="en-IN" sz="4000">
                <a:solidFill>
                  <a:srgbClr val="FFFFFF"/>
                </a:solidFill>
              </a:rPr>
              <a:t> Proposed </a:t>
            </a:r>
            <a:br>
              <a:rPr lang="en-IN" sz="4000">
                <a:solidFill>
                  <a:srgbClr val="FFFFFF"/>
                </a:solidFill>
              </a:rPr>
            </a:br>
            <a:r>
              <a:rPr lang="en-IN" sz="4000">
                <a:solidFill>
                  <a:srgbClr val="FFFFFF"/>
                </a:solidFill>
              </a:rPr>
              <a:t>Solution</a:t>
            </a:r>
          </a:p>
        </p:txBody>
      </p:sp>
      <p:sp>
        <p:nvSpPr>
          <p:cNvPr id="3" name="Content Placeholder 2">
            <a:extLst>
              <a:ext uri="{FF2B5EF4-FFF2-40B4-BE49-F238E27FC236}">
                <a16:creationId xmlns:a16="http://schemas.microsoft.com/office/drawing/2014/main" id="{71682B7E-A524-3158-1A5E-E113CC1BC6F9}"/>
              </a:ext>
            </a:extLst>
          </p:cNvPr>
          <p:cNvSpPr>
            <a:spLocks noGrp="1"/>
          </p:cNvSpPr>
          <p:nvPr>
            <p:ph idx="1"/>
          </p:nvPr>
        </p:nvSpPr>
        <p:spPr>
          <a:xfrm>
            <a:off x="4810259" y="649480"/>
            <a:ext cx="6555347" cy="5546047"/>
          </a:xfrm>
        </p:spPr>
        <p:txBody>
          <a:bodyPr anchor="ctr">
            <a:normAutofit/>
          </a:bodyPr>
          <a:lstStyle/>
          <a:p>
            <a:pPr marL="0" indent="0">
              <a:buNone/>
            </a:pPr>
            <a:r>
              <a:rPr lang="en-IN" sz="2000"/>
              <a:t>A multi-model anomaly detection framework built from Gaussian Mixture Models (GMM), Autoencoders (AE), and Isolation Forest (IF). These base models individually capture complementary behavioral patterns, while the final anomaly decision is produced by a novel fusion algorithm ARF-TC (Adaptive Reliability-Weighted Fusion with Temporal Consistency). </a:t>
            </a:r>
          </a:p>
        </p:txBody>
      </p:sp>
    </p:spTree>
    <p:extLst>
      <p:ext uri="{BB962C8B-B14F-4D97-AF65-F5344CB8AC3E}">
        <p14:creationId xmlns:p14="http://schemas.microsoft.com/office/powerpoint/2010/main" val="2226706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2C5C903-F112-1C91-533C-34C392CE3586}"/>
            </a:ext>
          </a:extLst>
        </p:cNvPr>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1898F43B-EDC4-BB79-714A-9EB92FBF0E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4F06F904-8361-192B-B29B-4AB8D4681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6C7A7FDA-0E03-D7E7-6DC2-8251876826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423F9CDB-5C4B-1304-C698-D8011E67E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Shape 45">
            <a:extLst>
              <a:ext uri="{FF2B5EF4-FFF2-40B4-BE49-F238E27FC236}">
                <a16:creationId xmlns:a16="http://schemas.microsoft.com/office/drawing/2014/main" id="{4776D8B0-EFC1-1412-1F1E-65D0BFD28B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4AFCE69-C137-DBC2-BF97-574E2C24F023}"/>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Results</a:t>
            </a:r>
          </a:p>
        </p:txBody>
      </p:sp>
      <p:pic>
        <p:nvPicPr>
          <p:cNvPr id="6" name="Content Placeholder 5">
            <a:extLst>
              <a:ext uri="{FF2B5EF4-FFF2-40B4-BE49-F238E27FC236}">
                <a16:creationId xmlns:a16="http://schemas.microsoft.com/office/drawing/2014/main" id="{54378AF3-7125-0F79-695D-7D7B8FFC090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05434" y="383174"/>
            <a:ext cx="6091652" cy="6091652"/>
          </a:xfrm>
          <a:prstGeom prst="rect">
            <a:avLst/>
          </a:prstGeom>
        </p:spPr>
      </p:pic>
    </p:spTree>
    <p:extLst>
      <p:ext uri="{BB962C8B-B14F-4D97-AF65-F5344CB8AC3E}">
        <p14:creationId xmlns:p14="http://schemas.microsoft.com/office/powerpoint/2010/main" val="32748916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3167273-BBA0-D796-7BA7-B623F5295157}"/>
            </a:ext>
          </a:extLst>
        </p:cNvPr>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12EFAAF5-D347-F53E-BD5C-36F8DC81C2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38783C49-BAAE-1B83-B70D-EC84ACD8A1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CC12558E-B65F-4FD5-B535-60267269B8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6F267ECA-97EC-35B5-EBF0-18889054B6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Shape 45">
            <a:extLst>
              <a:ext uri="{FF2B5EF4-FFF2-40B4-BE49-F238E27FC236}">
                <a16:creationId xmlns:a16="http://schemas.microsoft.com/office/drawing/2014/main" id="{7F7CDC2E-6CBF-1E73-FB8D-922581B5B8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EA4F0EA-508A-5D09-E80B-4EB7D9F3ACB3}"/>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Results</a:t>
            </a:r>
          </a:p>
        </p:txBody>
      </p:sp>
      <p:pic>
        <p:nvPicPr>
          <p:cNvPr id="7" name="Content Placeholder 6">
            <a:extLst>
              <a:ext uri="{FF2B5EF4-FFF2-40B4-BE49-F238E27FC236}">
                <a16:creationId xmlns:a16="http://schemas.microsoft.com/office/drawing/2014/main" id="{ADE19ED3-5832-F629-F1CF-088C3F38E7A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061399" y="174877"/>
            <a:ext cx="5779150" cy="2941401"/>
          </a:xfrm>
          <a:prstGeom prst="rect">
            <a:avLst/>
          </a:prstGeom>
        </p:spPr>
      </p:pic>
      <p:pic>
        <p:nvPicPr>
          <p:cNvPr id="9" name="Picture 8">
            <a:extLst>
              <a:ext uri="{FF2B5EF4-FFF2-40B4-BE49-F238E27FC236}">
                <a16:creationId xmlns:a16="http://schemas.microsoft.com/office/drawing/2014/main" id="{8DAEFB41-81F5-5620-5A45-C58E02CCA5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33499" y="3291155"/>
            <a:ext cx="6235521" cy="3272373"/>
          </a:xfrm>
          <a:prstGeom prst="rect">
            <a:avLst/>
          </a:prstGeom>
        </p:spPr>
      </p:pic>
    </p:spTree>
    <p:extLst>
      <p:ext uri="{BB962C8B-B14F-4D97-AF65-F5344CB8AC3E}">
        <p14:creationId xmlns:p14="http://schemas.microsoft.com/office/powerpoint/2010/main" val="39418476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B79C68F-1C9C-DC5B-EB4F-087FE524247D}"/>
            </a:ext>
          </a:extLst>
        </p:cNvPr>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038A005-86EA-8D06-12EE-B3F92D40BEC4}"/>
              </a:ext>
            </a:extLst>
          </p:cNvPr>
          <p:cNvSpPr>
            <a:spLocks noGrp="1"/>
          </p:cNvSpPr>
          <p:nvPr>
            <p:ph type="title"/>
          </p:nvPr>
        </p:nvSpPr>
        <p:spPr>
          <a:xfrm>
            <a:off x="466722" y="586855"/>
            <a:ext cx="3201366" cy="3387497"/>
          </a:xfrm>
        </p:spPr>
        <p:txBody>
          <a:bodyPr vert="horz" lIns="91440" tIns="45720" rIns="91440" bIns="45720" rtlCol="0" anchor="b">
            <a:normAutofit/>
          </a:bodyPr>
          <a:lstStyle/>
          <a:p>
            <a:pPr algn="r"/>
            <a:r>
              <a:rPr lang="en-US" sz="4000" kern="1200">
                <a:solidFill>
                  <a:srgbClr val="FFFFFF"/>
                </a:solidFill>
                <a:latin typeface="+mj-lt"/>
                <a:ea typeface="+mj-ea"/>
                <a:cs typeface="+mj-cs"/>
              </a:rPr>
              <a:t>Results</a:t>
            </a:r>
          </a:p>
        </p:txBody>
      </p:sp>
      <p:pic>
        <p:nvPicPr>
          <p:cNvPr id="8" name="Content Placeholder 7">
            <a:extLst>
              <a:ext uri="{FF2B5EF4-FFF2-40B4-BE49-F238E27FC236}">
                <a16:creationId xmlns:a16="http://schemas.microsoft.com/office/drawing/2014/main" id="{E38B0559-FF23-E9DD-BFA2-CF70B7A81BB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39741" y="1287522"/>
            <a:ext cx="5495555" cy="4270256"/>
          </a:xfrm>
          <a:prstGeom prst="rect">
            <a:avLst/>
          </a:prstGeom>
        </p:spPr>
      </p:pic>
    </p:spTree>
    <p:extLst>
      <p:ext uri="{BB962C8B-B14F-4D97-AF65-F5344CB8AC3E}">
        <p14:creationId xmlns:p14="http://schemas.microsoft.com/office/powerpoint/2010/main" val="20465261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85BA75D-B9C1-81BA-510F-390149399FCB}"/>
            </a:ext>
          </a:extLst>
        </p:cNvPr>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B4C0E4CF-5546-4FDE-2ED5-1997F9FC15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4FB9FE12-4642-1FFC-778E-8E60EEECC2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D4FA0E04-7442-9C16-4195-CEDBDD9CAF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957A4F98-0B09-5ADE-320E-C6217A26E6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Shape 45">
            <a:extLst>
              <a:ext uri="{FF2B5EF4-FFF2-40B4-BE49-F238E27FC236}">
                <a16:creationId xmlns:a16="http://schemas.microsoft.com/office/drawing/2014/main" id="{897F6D72-B675-CEEB-8909-3149B3FC67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2A19EDE-6D42-72C5-2A3C-F729431EEE22}"/>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Results</a:t>
            </a:r>
          </a:p>
        </p:txBody>
      </p:sp>
      <p:pic>
        <p:nvPicPr>
          <p:cNvPr id="6" name="Content Placeholder 5">
            <a:extLst>
              <a:ext uri="{FF2B5EF4-FFF2-40B4-BE49-F238E27FC236}">
                <a16:creationId xmlns:a16="http://schemas.microsoft.com/office/drawing/2014/main" id="{CA8DCFC2-0D12-8B23-B992-F9772110B47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08062" y="1158240"/>
            <a:ext cx="6680200" cy="3962400"/>
          </a:xfrm>
          <a:prstGeom prst="rect">
            <a:avLst/>
          </a:prstGeom>
        </p:spPr>
      </p:pic>
    </p:spTree>
    <p:extLst>
      <p:ext uri="{BB962C8B-B14F-4D97-AF65-F5344CB8AC3E}">
        <p14:creationId xmlns:p14="http://schemas.microsoft.com/office/powerpoint/2010/main" val="16644346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2C16F61-EE68-4BA1-F5EC-41D66EA529F7}"/>
            </a:ext>
          </a:extLst>
        </p:cNvPr>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Shape 45">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7319980-299E-C0A1-F14C-A78F302935A4}"/>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Results</a:t>
            </a:r>
          </a:p>
        </p:txBody>
      </p:sp>
      <p:pic>
        <p:nvPicPr>
          <p:cNvPr id="7" name="Content Placeholder 6">
            <a:extLst>
              <a:ext uri="{FF2B5EF4-FFF2-40B4-BE49-F238E27FC236}">
                <a16:creationId xmlns:a16="http://schemas.microsoft.com/office/drawing/2014/main" id="{2FF73D6F-983D-9596-C416-4D9961F59D1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262165" y="626744"/>
            <a:ext cx="5571994" cy="4935715"/>
          </a:xfrm>
          <a:prstGeom prst="rect">
            <a:avLst/>
          </a:prstGeom>
        </p:spPr>
      </p:pic>
    </p:spTree>
    <p:extLst>
      <p:ext uri="{BB962C8B-B14F-4D97-AF65-F5344CB8AC3E}">
        <p14:creationId xmlns:p14="http://schemas.microsoft.com/office/powerpoint/2010/main" val="5858730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BB19452-3000-DF4A-F633-2C06CB0E4BBE}"/>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Outcome </a:t>
            </a:r>
          </a:p>
        </p:txBody>
      </p:sp>
      <p:sp>
        <p:nvSpPr>
          <p:cNvPr id="3" name="Content Placeholder 2">
            <a:extLst>
              <a:ext uri="{FF2B5EF4-FFF2-40B4-BE49-F238E27FC236}">
                <a16:creationId xmlns:a16="http://schemas.microsoft.com/office/drawing/2014/main" id="{996084D1-BF8A-599C-4DEE-5FD15C78EC1C}"/>
              </a:ext>
            </a:extLst>
          </p:cNvPr>
          <p:cNvSpPr>
            <a:spLocks noGrp="1"/>
          </p:cNvSpPr>
          <p:nvPr>
            <p:ph idx="1"/>
          </p:nvPr>
        </p:nvSpPr>
        <p:spPr>
          <a:xfrm>
            <a:off x="4504548" y="1126671"/>
            <a:ext cx="6555347" cy="3419670"/>
          </a:xfrm>
        </p:spPr>
        <p:txBody>
          <a:bodyPr anchor="ctr">
            <a:normAutofit/>
          </a:bodyPr>
          <a:lstStyle/>
          <a:p>
            <a:pPr marL="0" indent="0">
              <a:buNone/>
            </a:pPr>
            <a:endParaRPr lang="en-US" sz="2000"/>
          </a:p>
          <a:p>
            <a:pPr marL="0" indent="0">
              <a:buNone/>
            </a:pPr>
            <a:r>
              <a:rPr lang="en-US"/>
              <a:t>Research Paper Drafted</a:t>
            </a:r>
          </a:p>
          <a:p>
            <a:pPr marL="0" indent="0">
              <a:buNone/>
            </a:pPr>
            <a:r>
              <a:rPr lang="en-IN" sz="2000"/>
              <a:t>The research paper of this project is currently under active development. The core methodology, experimental results, and visual analyses have been drafted, and refinement of the fusion algorithm (ARF-TC) is ongoing. Several sections of the manuscript are being updated based on internal review and feedback to improve clarity, depth, and technical rigor. The work is progressing toward a complete, publication-ready version.</a:t>
            </a:r>
          </a:p>
          <a:p>
            <a:endParaRPr lang="en-US" sz="2000"/>
          </a:p>
        </p:txBody>
      </p:sp>
    </p:spTree>
    <p:extLst>
      <p:ext uri="{BB962C8B-B14F-4D97-AF65-F5344CB8AC3E}">
        <p14:creationId xmlns:p14="http://schemas.microsoft.com/office/powerpoint/2010/main" val="21549569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D17EA6A-A60E-49B9-80B8-FC8B0385B4D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4F81E27-B39E-849F-187F-91BA1517C4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B9125535-F974-D7EB-9A62-752CA6B00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0993106-B63D-E7B1-BF08-C4EA1A5D64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5C3CCDE-AD6C-1020-FB86-271F19040D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3C8CBD1-C2ED-714B-31FE-BA954A139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FCC9562-6A0E-2F37-4C05-2D43BA12F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F7201353-6B0C-D899-9E6C-BB957D2446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52BE54-FBE3-4C6A-F4F7-541D189E7D67}"/>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References </a:t>
            </a:r>
          </a:p>
        </p:txBody>
      </p:sp>
      <p:sp>
        <p:nvSpPr>
          <p:cNvPr id="3" name="Content Placeholder 2">
            <a:extLst>
              <a:ext uri="{FF2B5EF4-FFF2-40B4-BE49-F238E27FC236}">
                <a16:creationId xmlns:a16="http://schemas.microsoft.com/office/drawing/2014/main" id="{60A6E73F-6A63-FF27-1BD1-174D7F44CD3C}"/>
              </a:ext>
            </a:extLst>
          </p:cNvPr>
          <p:cNvSpPr>
            <a:spLocks noGrp="1"/>
          </p:cNvSpPr>
          <p:nvPr>
            <p:ph idx="1"/>
          </p:nvPr>
        </p:nvSpPr>
        <p:spPr>
          <a:xfrm>
            <a:off x="4504548" y="228600"/>
            <a:ext cx="7220730" cy="6433457"/>
          </a:xfrm>
        </p:spPr>
        <p:txBody>
          <a:bodyPr anchor="ctr">
            <a:normAutofit/>
          </a:bodyPr>
          <a:lstStyle/>
          <a:p>
            <a:pPr marL="0" indent="0">
              <a:buNone/>
            </a:pPr>
            <a:r>
              <a:rPr lang="en-IN" sz="1600" dirty="0"/>
              <a:t>[12] M. </a:t>
            </a:r>
            <a:r>
              <a:rPr lang="en-IN" sz="1600" dirty="0" err="1"/>
              <a:t>Bahrololum</a:t>
            </a:r>
            <a:r>
              <a:rPr lang="en-IN" sz="1600" dirty="0"/>
              <a:t> and M. Khaleghi, "Anomaly Intrusion Detection </a:t>
            </a:r>
            <a:r>
              <a:rPr lang="en-IN" sz="1600" dirty="0" err="1"/>
              <a:t>SystemUsing</a:t>
            </a:r>
            <a:r>
              <a:rPr lang="en-IN" sz="1600" dirty="0"/>
              <a:t> Gaussian Mixture Model," 2008 Third International Conference </a:t>
            </a:r>
            <a:r>
              <a:rPr lang="en-IN" sz="1600" dirty="0" err="1"/>
              <a:t>onConvergence</a:t>
            </a:r>
            <a:r>
              <a:rPr lang="en-IN" sz="1600" dirty="0"/>
              <a:t> and Hybrid Information Technology, Busan, Korea (South),2008, pp. 1162-1167, </a:t>
            </a:r>
            <a:r>
              <a:rPr lang="en-IN" sz="1600" dirty="0" err="1"/>
              <a:t>doi</a:t>
            </a:r>
            <a:r>
              <a:rPr lang="en-IN" sz="1600" dirty="0"/>
              <a:t>: 10.1109/ICCIT.2008.17</a:t>
            </a:r>
          </a:p>
          <a:p>
            <a:pPr marL="0" indent="0">
              <a:buNone/>
            </a:pPr>
            <a:r>
              <a:rPr lang="en-IN" sz="1600" dirty="0"/>
              <a:t>[13] Y. Chen, J. Qian and V. Saligrama, "A new one-class SVM for </a:t>
            </a:r>
            <a:r>
              <a:rPr lang="en-IN" sz="1600" dirty="0" err="1"/>
              <a:t>anomalydetection</a:t>
            </a:r>
            <a:r>
              <a:rPr lang="en-IN" sz="1600" dirty="0"/>
              <a:t>," 2013 IEEE International Conference on Acoustics, Speech </a:t>
            </a:r>
            <a:r>
              <a:rPr lang="en-IN" sz="1600" dirty="0" err="1"/>
              <a:t>andSignal</a:t>
            </a:r>
            <a:r>
              <a:rPr lang="en-IN" sz="1600" dirty="0"/>
              <a:t> Processing, Vancouver, BC, Canada, 2013, pp. 3567-3571, doi:10.1109/ICASSP.2013.6638322</a:t>
            </a:r>
          </a:p>
          <a:p>
            <a:pPr marL="0" indent="0">
              <a:buNone/>
            </a:pPr>
            <a:r>
              <a:rPr lang="en-IN" sz="1600" dirty="0"/>
              <a:t>[14] Mishra, S., Chawla, M. (2019). A Comparative Study of Local </a:t>
            </a:r>
            <a:r>
              <a:rPr lang="en-IN" sz="1600" dirty="0" err="1"/>
              <a:t>OutlierFactor</a:t>
            </a:r>
            <a:r>
              <a:rPr lang="en-IN" sz="1600" dirty="0"/>
              <a:t> Algorithms for Outliers Detection in Data Streams. In: Abra-ham, A., Dutta, P., Mandal, J., Bhattacharya, A., Dutta, S. (eds) Emerg-</a:t>
            </a:r>
            <a:r>
              <a:rPr lang="en-IN" sz="1600" dirty="0" err="1"/>
              <a:t>ing</a:t>
            </a:r>
            <a:r>
              <a:rPr lang="en-IN" sz="1600" dirty="0"/>
              <a:t> Technologies in Data Mining and Information Security. </a:t>
            </a:r>
            <a:r>
              <a:rPr lang="en-IN" sz="1600" dirty="0" err="1"/>
              <a:t>Advancesin</a:t>
            </a:r>
            <a:r>
              <a:rPr lang="en-IN" sz="1600" dirty="0"/>
              <a:t> Intelligent Systems and Computing, vol 813. Springer, </a:t>
            </a:r>
            <a:r>
              <a:rPr lang="en-IN" sz="1600" dirty="0" err="1"/>
              <a:t>Singapore.https</a:t>
            </a:r>
            <a:r>
              <a:rPr lang="en-IN" sz="1600" dirty="0"/>
              <a:t>://doi.org/10.1007/978-981-13-1498-8_31</a:t>
            </a:r>
          </a:p>
          <a:p>
            <a:pPr marL="0" indent="0">
              <a:buNone/>
            </a:pPr>
            <a:r>
              <a:rPr lang="en-IN" sz="1600" dirty="0"/>
              <a:t>[15] K. Zhang, X. Kang and S. Li, "Isolation Forest for Anomaly </a:t>
            </a:r>
            <a:r>
              <a:rPr lang="en-IN" sz="1600" dirty="0" err="1"/>
              <a:t>Detectionin</a:t>
            </a:r>
            <a:r>
              <a:rPr lang="en-IN" sz="1600" dirty="0"/>
              <a:t> Hyperspectral Images," IGARSS 2019 - 2019 IEEE International Geo-science and Remote Sensing Symposium, Yokohama, Japan, 2019, pp.437- 440, </a:t>
            </a:r>
            <a:r>
              <a:rPr lang="en-IN" sz="1600" dirty="0" err="1"/>
              <a:t>doi</a:t>
            </a:r>
            <a:r>
              <a:rPr lang="en-IN" sz="1600" dirty="0"/>
              <a:t>: 10.1109/IGARSS.2019.8899812.</a:t>
            </a:r>
          </a:p>
          <a:p>
            <a:pPr marL="0" indent="0">
              <a:buNone/>
            </a:pPr>
            <a:r>
              <a:rPr lang="en-IN" sz="1600" dirty="0"/>
              <a:t>[16] G. Zhu, H. Zhao, H. Liu and H. Sun, "A Novel LSTM-GAN </a:t>
            </a:r>
            <a:r>
              <a:rPr lang="en-IN" sz="1600" dirty="0" err="1"/>
              <a:t>Algorithmfor</a:t>
            </a:r>
            <a:r>
              <a:rPr lang="en-IN" sz="1600" dirty="0"/>
              <a:t> Time Series Anomaly Detection," 2019 Prognostics and System </a:t>
            </a:r>
            <a:r>
              <a:rPr lang="en-IN" sz="1600" dirty="0" err="1"/>
              <a:t>HealthManagement</a:t>
            </a:r>
            <a:r>
              <a:rPr lang="en-IN" sz="1600" dirty="0"/>
              <a:t> Conference (PHM-Qingdao), Qingdao, China, 2019, pp. 1-6,doi: 10.1109/PHM-Qingdao46334.2019.8942842.</a:t>
            </a:r>
          </a:p>
          <a:p>
            <a:pPr marL="0" indent="0">
              <a:buNone/>
            </a:pPr>
            <a:r>
              <a:rPr lang="en-IN" sz="1600" dirty="0"/>
              <a:t>[17] Farzad, Amir Gulliver, T. Aaron. (2020). Unsupervised log </a:t>
            </a:r>
            <a:r>
              <a:rPr lang="en-IN" sz="1600" dirty="0" err="1"/>
              <a:t>messageanomaly</a:t>
            </a:r>
            <a:r>
              <a:rPr lang="en-IN" sz="1600" dirty="0"/>
              <a:t> detection. ICT Express. 6. 229-237. 10.1016/j.icte.2020.06.003</a:t>
            </a:r>
          </a:p>
        </p:txBody>
      </p:sp>
    </p:spTree>
    <p:extLst>
      <p:ext uri="{BB962C8B-B14F-4D97-AF65-F5344CB8AC3E}">
        <p14:creationId xmlns:p14="http://schemas.microsoft.com/office/powerpoint/2010/main" val="11053441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0F9199B-456C-AAB3-6D57-BDBF5ACDAFD8}"/>
            </a:ext>
          </a:extLst>
        </p:cNvPr>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F7EDA20-B910-83BE-D96D-7C5A48272089}"/>
              </a:ext>
            </a:extLst>
          </p:cNvPr>
          <p:cNvSpPr>
            <a:spLocks noGrp="1"/>
          </p:cNvSpPr>
          <p:nvPr>
            <p:ph type="title"/>
          </p:nvPr>
        </p:nvSpPr>
        <p:spPr>
          <a:xfrm>
            <a:off x="1386865" y="818984"/>
            <a:ext cx="6596245" cy="3268520"/>
          </a:xfrm>
        </p:spPr>
        <p:txBody>
          <a:bodyPr vert="horz" lIns="91440" tIns="45720" rIns="91440" bIns="45720" rtlCol="0" anchor="b">
            <a:normAutofit/>
          </a:bodyPr>
          <a:lstStyle/>
          <a:p>
            <a:pPr algn="r"/>
            <a:r>
              <a:rPr lang="en-US" sz="4800" kern="1200">
                <a:solidFill>
                  <a:srgbClr val="FFFFFF"/>
                </a:solidFill>
                <a:latin typeface="+mj-lt"/>
                <a:ea typeface="+mj-ea"/>
                <a:cs typeface="+mj-cs"/>
              </a:rPr>
              <a:t>Thank You</a:t>
            </a:r>
          </a:p>
        </p:txBody>
      </p:sp>
      <p:sp>
        <p:nvSpPr>
          <p:cNvPr id="61" name="Rectangle 60">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59845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832</Words>
  <Application>Microsoft Office PowerPoint</Application>
  <PresentationFormat>Widescreen</PresentationFormat>
  <Paragraphs>59</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vt:lpstr>
      <vt:lpstr>Aptos Display</vt:lpstr>
      <vt:lpstr>Arial</vt:lpstr>
      <vt:lpstr>Office Theme</vt:lpstr>
      <vt:lpstr>Detecting Compromised AWS Accounts via Anomalous API Calls</vt:lpstr>
      <vt:lpstr>Objectives</vt:lpstr>
      <vt:lpstr>Introduction</vt:lpstr>
      <vt:lpstr>Introduction</vt:lpstr>
      <vt:lpstr>Literature Review</vt:lpstr>
      <vt:lpstr>Literature Review</vt:lpstr>
      <vt:lpstr>Literature Review</vt:lpstr>
      <vt:lpstr>Problem Statement</vt:lpstr>
      <vt:lpstr>Proposed Methodology</vt:lpstr>
      <vt:lpstr> Proposed  Solution</vt:lpstr>
      <vt:lpstr>Results</vt:lpstr>
      <vt:lpstr>Results</vt:lpstr>
      <vt:lpstr>Results</vt:lpstr>
      <vt:lpstr>Results</vt:lpstr>
      <vt:lpstr>Results</vt:lpstr>
      <vt:lpstr>Outcome </vt:lpstr>
      <vt:lpstr>References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Detecting Compromised AWS Accounts via Anomalous API Calls</dc:title>
  <dc:creator>Akshay Jadhav [MU - Jaipur]</dc:creator>
  <cp:lastModifiedBy>Reetikesh Choudhury</cp:lastModifiedBy>
  <cp:revision>1</cp:revision>
  <dcterms:created xsi:type="dcterms:W3CDTF">2025-09-29T05:03:41Z</dcterms:created>
  <dcterms:modified xsi:type="dcterms:W3CDTF">2026-02-14T17:08:25Z</dcterms:modified>
</cp:coreProperties>
</file>